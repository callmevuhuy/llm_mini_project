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Chào thầy cô và các bạn. Đây là website demo Group 7, nơi khách có thể xem sản phẩm và nhắn tin bằng tiếng Việt để hỏi hoặc đặt hàng. Phần mình muốn tập trung hôm nay là vai trò của LLM. Model giúp đọc hiểu câu chat, còn backend kiểm tra dữ liệu trước khi tạo đơn nháp.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bạn đặt hàng qua chat, câu chữ thường ngắn và không theo mẫu cố định. Câu ví dụ cho biết khách muốn đặt hai chiếc, màu xanh, size M và giao về Quận 7. Nhưng chưa có tên người nhận hay số điện thoại. Hệ thống cần nhận ra phần nào đã biết, rồi hỏi phần còn thiếu thay vì tự điền.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đây ranh giới khá rõ. LLM diễn giải câu khách gửi và đề xuất các trường cần thiết. Backend tìm SKU trong catalog, kiểm tra giá và tồn kho, rồi xác minh phiên trước khi thay đổi đơn. JSON hợp lệ chưa chắc đã đúng. Vì vậy, model không kết nối database và không tự ghi đơn.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Tin nhắn đi qua từng bước trước khi hệ thống phản hồi. Backend kiểm tra phiên và giới hạn tần suất trước khi gọi model. Sau đó, JSON được parse và so với schema. Chỉ khi dữ liệu hợp lệ, backend mới tra catalog và áp dụng rule. Nếu bạn gửi lại cùng một message id do mạng chập chờn, hệ thống dùng idempotency để tránh xử lý lặp. Dữ liệu sai hoặc thiếu thì hệ thống dừng hay hỏi thêm.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Prompt `order-extraction-v2` nêu rõ model được làm gì và không được làm gì. Nội dung khách gửi được xem là dữ liệu đầu vào, không phải chỉ dẫn để đổi luật hệ thống. Model phải trả về đúng cấu trúc JSON. Nếu câu chat không nói tới một trường, trường đó để null hoặc được ghi là thông tin cần hỏi. Evidence giúp mình đối chiếu kết quả với câu gốc. Confidence chỉ hỗ trợ chọn cách phản hồi, chưa được hiệu chuẩn thành xác suất. Ollama dùng JSON mode, `think=false`, temperature 0 và context 4096 trong lần đánh giá này.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Giá và tồn kho không lấy từ lời model. Backend đọc chúng từ SQLite. Nếu thiếu quantity, hệ thống hỏi lại thay vì tự mặc định là một. Trong evaluation, Qwen từng hiểu “chốt 13” thành 1. Nhóm đã bổ sung bước đối chiếu số lượng ghi rõ trong câu với kết quả model trước khi kiểm tra tồn.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FakeLLM chạy offline bằng rule và cho kết quả ổn định trong demo. Ollama chạy `qwen3.5:2b-q4_K_M` cục bộ để thử cách model xử lý câu tự nhiên hơn. Cấu hình đánh giá dùng JSON mode, `think=false`, temperature 0 và context 4096. Khi đổi provider, ta chỉ đổi bước trích xuất. Schema, tra catalog và rule backend vẫn giữ nguyên.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là FakeLLM 14/14 và Ollama 14/14 trên bộ 14 case nhóm đã viết. Các case gồm happy path, thiếu hoặc mơ hồ, catalog/tồn kho, lỗi provider/format, safety và update. Nhóm cũng chạy API smoke, kiểm tra truy cập đơn khác phiên nhận 404, và gửi giá/tồn/state giả nhận 422 mà không tạo order. Frontend production build và browser smoke đã đạt. Tuy vậy, nhóm chưa chấm câu trả lời bằng rubric người thật và chưa nghiệm thu checkout thủ công trên browser. Lỗi provider được inject ở extractor, không phải tắt Ollama hay gây timeout thật.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đã hoàn thành MVP cho website demo, catalog, giỏ hàng, đơn nháp và trợ lý chat. LLM giúp hiểu câu khách gửi; backend kiểm tra dữ liệu và quyết định có được tạo draft hay không. Bước tiếp theo là tự chạy hết luồng checkout trên browser, nhờ người thật chấm câu trả lời, rồi mới cân nhắc phần production như auth/CSRF, migrations và rate limit dùng chung. Hiện chưa có thanh toán thật. Tồn kho cũng không bị giữ hoặc trừ. Handoff chỉ báo cần nhân viên hỗ trợ, chưa gửi tin cho nhân viên thật.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049321E-7BC4-4408-9C43-A828D37143E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882A111-AB20-4275-8262-144D02D02EA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270AE62-5AB8-4AB7-AF41-AE3FFEFAA6C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C3A78EE-1C4F-4A38-9784-726BEEDBB3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443EE91-D210-408E-A8FD-C01E4535902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D1E462F-B4B2-461F-BB63-F5494E53E2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A44FD3A-F7BE-47E8-BF71-E890C992D4C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2033625-2F30-43B0-BBBD-15DAAA3D522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1F1F8FA-5AAE-49E3-905E-85B8F9DDF89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CF39BC4-82F8-46BF-9546-CE8E45E60ED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D2C"/>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5BF8CC0-B188-4767-9D93-53D2C4E3822C}"/>
              </a:ext>
            </a:extLst>
          </p:cNvPr>
          <p:cNvSpPr>
            <a:spLocks noGrp="1"/>
          </p:cNvSpPr>
          <p:nvPr/>
        </p:nvSpPr>
        <p:spPr>
          <a:xfrm>
            <a:off x="8705850" y="0"/>
            <a:ext cx="3486150" cy="6858000"/>
          </a:xfrm>
          <a:prstGeom prst="rect">
            <a:avLst/>
          </a:prstGeom>
          <a:solidFill>
            <a:srgbClr val="162B42"/>
          </a:solidFill>
          <a:ln w="0">
            <a:noFill/>
            <a:prstDash val="solid"/>
          </a:ln>
        </p:spPr>
        <p:txBody>
          <a:bodyPr/>
          <a:lstStyle/>
          <a:p>
            <a:endParaRPr lang="en-US"/>
          </a:p>
        </p:txBody>
      </p:sp>
      <p:sp>
        <p:nvSpPr>
          <p:cNvPr id="2" name="Rectangle 1">
            <a:extLst>
              <a:ext uri="{FF2B5EF4-FFF2-40B4-BE49-F238E27FC236}">
                <a16:creationId xmlns:a16="http://schemas.microsoft.com/office/drawing/2014/main" id="{BC42D621-41F3-4298-949F-0886FCEBBE04}"/>
              </a:ext>
            </a:extLst>
          </p:cNvPr>
          <p:cNvSpPr>
            <a:spLocks noGrp="1"/>
          </p:cNvSpPr>
          <p:nvPr/>
        </p:nvSpPr>
        <p:spPr>
          <a:xfrm>
            <a:off x="8705850" y="0"/>
            <a:ext cx="133350" cy="6858000"/>
          </a:xfrm>
          <a:prstGeom prst="rect">
            <a:avLst/>
          </a:prstGeom>
          <a:solidFill>
            <a:srgbClr val="EF7055"/>
          </a:solidFill>
          <a:ln w="0">
            <a:noFill/>
            <a:prstDash val="solid"/>
          </a:ln>
        </p:spPr>
        <p:txBody>
          <a:bodyPr/>
          <a:lstStyle/>
          <a:p>
            <a:endParaRPr lang="en-US"/>
          </a:p>
        </p:txBody>
      </p:sp>
      <p:sp>
        <p:nvSpPr>
          <p:cNvPr id="3" name="Oval 2">
            <a:extLst>
              <a:ext uri="{FF2B5EF4-FFF2-40B4-BE49-F238E27FC236}">
                <a16:creationId xmlns:a16="http://schemas.microsoft.com/office/drawing/2014/main" id="{9AACA702-B700-4FEA-9A68-046FE531E46F}"/>
              </a:ext>
            </a:extLst>
          </p:cNvPr>
          <p:cNvSpPr>
            <a:spLocks noGrp="1"/>
          </p:cNvSpPr>
          <p:nvPr/>
        </p:nvSpPr>
        <p:spPr>
          <a:xfrm>
            <a:off x="9620250" y="1485900"/>
            <a:ext cx="1066800" cy="1066800"/>
          </a:xfrm>
          <a:prstGeom prst="ellipse">
            <a:avLst/>
          </a:prstGeom>
          <a:solidFill>
            <a:srgbClr val="203A53"/>
          </a:solidFill>
          <a:ln w="0">
            <a:noFill/>
            <a:prstDash val="solid"/>
          </a:ln>
        </p:spPr>
        <p:txBody>
          <a:bodyPr/>
          <a:lstStyle/>
          <a:p>
            <a:endParaRPr lang="en-US"/>
          </a:p>
        </p:txBody>
      </p:sp>
      <p:sp>
        <p:nvSpPr>
          <p:cNvPr id="4" name="Oval 3">
            <a:extLst>
              <a:ext uri="{FF2B5EF4-FFF2-40B4-BE49-F238E27FC236}">
                <a16:creationId xmlns:a16="http://schemas.microsoft.com/office/drawing/2014/main" id="{DCFDE8FE-AC7C-412B-9557-EC7848937128}"/>
              </a:ext>
            </a:extLst>
          </p:cNvPr>
          <p:cNvSpPr>
            <a:spLocks noGrp="1"/>
          </p:cNvSpPr>
          <p:nvPr/>
        </p:nvSpPr>
        <p:spPr>
          <a:xfrm>
            <a:off x="10648950" y="2457450"/>
            <a:ext cx="704850" cy="704850"/>
          </a:xfrm>
          <a:prstGeom prst="ellipse">
            <a:avLst/>
          </a:prstGeom>
          <a:solidFill>
            <a:srgbClr val="203A53"/>
          </a:solidFill>
          <a:ln w="0">
            <a:noFill/>
            <a:prstDash val="solid"/>
          </a:ln>
        </p:spPr>
        <p:txBody>
          <a:bodyPr/>
          <a:lstStyle/>
          <a:p>
            <a:endParaRPr lang="en-US"/>
          </a:p>
        </p:txBody>
      </p:sp>
      <p:sp>
        <p:nvSpPr>
          <p:cNvPr id="5" name="Oval 4">
            <a:extLst>
              <a:ext uri="{FF2B5EF4-FFF2-40B4-BE49-F238E27FC236}">
                <a16:creationId xmlns:a16="http://schemas.microsoft.com/office/drawing/2014/main" id="{78FC0640-049F-4315-845D-37D36CA69ABF}"/>
              </a:ext>
            </a:extLst>
          </p:cNvPr>
          <p:cNvSpPr>
            <a:spLocks noGrp="1"/>
          </p:cNvSpPr>
          <p:nvPr/>
        </p:nvSpPr>
        <p:spPr>
          <a:xfrm>
            <a:off x="9334500" y="3562350"/>
            <a:ext cx="1314450" cy="1314450"/>
          </a:xfrm>
          <a:prstGeom prst="ellipse">
            <a:avLst/>
          </a:prstGeom>
          <a:solidFill>
            <a:srgbClr val="203A53"/>
          </a:solidFill>
          <a:ln w="0">
            <a:noFill/>
            <a:prstDash val="solid"/>
          </a:ln>
        </p:spPr>
        <p:txBody>
          <a:bodyPr/>
          <a:lstStyle/>
          <a:p>
            <a:endParaRPr lang="en-US"/>
          </a:p>
        </p:txBody>
      </p:sp>
      <p:sp>
        <p:nvSpPr>
          <p:cNvPr id="6" name="Oval 5">
            <a:extLst>
              <a:ext uri="{FF2B5EF4-FFF2-40B4-BE49-F238E27FC236}">
                <a16:creationId xmlns:a16="http://schemas.microsoft.com/office/drawing/2014/main" id="{7349438F-4A32-49CB-9442-D25C802AC52E}"/>
              </a:ext>
            </a:extLst>
          </p:cNvPr>
          <p:cNvSpPr>
            <a:spLocks noGrp="1"/>
          </p:cNvSpPr>
          <p:nvPr/>
        </p:nvSpPr>
        <p:spPr>
          <a:xfrm>
            <a:off x="10553700" y="4838700"/>
            <a:ext cx="838200" cy="838200"/>
          </a:xfrm>
          <a:prstGeom prst="ellipse">
            <a:avLst/>
          </a:prstGeom>
          <a:solidFill>
            <a:srgbClr val="203A53"/>
          </a:solidFill>
          <a:ln w="0">
            <a:noFill/>
            <a:prstDash val="solid"/>
          </a:ln>
        </p:spPr>
        <p:txBody>
          <a:bodyPr/>
          <a:lstStyle/>
          <a:p>
            <a:endParaRPr lang="en-US"/>
          </a:p>
        </p:txBody>
      </p:sp>
      <p:sp>
        <p:nvSpPr>
          <p:cNvPr id="7" name="Rectangle 6">
            <a:extLst>
              <a:ext uri="{FF2B5EF4-FFF2-40B4-BE49-F238E27FC236}">
                <a16:creationId xmlns:a16="http://schemas.microsoft.com/office/drawing/2014/main" id="{28C795CF-9900-491E-B642-5C6D61CA3FA7}"/>
              </a:ext>
            </a:extLst>
          </p:cNvPr>
          <p:cNvSpPr>
            <a:spLocks noGrp="1"/>
          </p:cNvSpPr>
          <p:nvPr/>
        </p:nvSpPr>
        <p:spPr>
          <a:xfrm>
            <a:off x="9782175" y="1809750"/>
            <a:ext cx="685800" cy="66675"/>
          </a:xfrm>
          <a:prstGeom prst="rect">
            <a:avLst/>
          </a:prstGeom>
          <a:solidFill>
            <a:srgbClr val="EF7055"/>
          </a:solidFill>
          <a:ln w="0">
            <a:noFill/>
            <a:prstDash val="solid"/>
          </a:ln>
        </p:spPr>
        <p:txBody>
          <a:bodyPr/>
          <a:lstStyle/>
          <a:p>
            <a:endParaRPr lang="en-US"/>
          </a:p>
        </p:txBody>
      </p:sp>
      <p:sp>
        <p:nvSpPr>
          <p:cNvPr id="8" name="Rectangle 7">
            <a:extLst>
              <a:ext uri="{FF2B5EF4-FFF2-40B4-BE49-F238E27FC236}">
                <a16:creationId xmlns:a16="http://schemas.microsoft.com/office/drawing/2014/main" id="{E90BE6AA-08BA-42FB-92CC-9463D1CA5348}"/>
              </a:ext>
            </a:extLst>
          </p:cNvPr>
          <p:cNvSpPr>
            <a:spLocks noGrp="1"/>
          </p:cNvSpPr>
          <p:nvPr/>
        </p:nvSpPr>
        <p:spPr>
          <a:xfrm>
            <a:off x="9525000" y="3867150"/>
            <a:ext cx="933450" cy="66675"/>
          </a:xfrm>
          <a:prstGeom prst="rect">
            <a:avLst/>
          </a:prstGeom>
          <a:solidFill>
            <a:srgbClr val="2A7B78"/>
          </a:solidFill>
          <a:ln w="0">
            <a:noFill/>
            <a:prstDash val="solid"/>
          </a:ln>
        </p:spPr>
        <p:txBody>
          <a:bodyPr/>
          <a:lstStyle/>
          <a:p>
            <a:endParaRPr lang="en-US"/>
          </a:p>
        </p:txBody>
      </p:sp>
      <p:sp>
        <p:nvSpPr>
          <p:cNvPr id="9" name="Rectangle 8">
            <a:extLst>
              <a:ext uri="{FF2B5EF4-FFF2-40B4-BE49-F238E27FC236}">
                <a16:creationId xmlns:a16="http://schemas.microsoft.com/office/drawing/2014/main" id="{1897769B-FF9F-4F84-A75B-AF72334BA21C}"/>
              </a:ext>
            </a:extLst>
          </p:cNvPr>
          <p:cNvSpPr>
            <a:spLocks noGrp="1"/>
          </p:cNvSpPr>
          <p:nvPr/>
        </p:nvSpPr>
        <p:spPr>
          <a:xfrm>
            <a:off x="742950" y="628650"/>
            <a:ext cx="4572000" cy="266700"/>
          </a:xfrm>
          <a:prstGeom prst="rect">
            <a:avLst/>
          </a:prstGeom>
          <a:noFill/>
          <a:ln w="0">
            <a:noFill/>
            <a:prstDash val="solid"/>
          </a:ln>
        </p:spPr>
        <p:txBody>
          <a:bodyPr lIns="0" tIns="0" rIns="0" bIns="0"/>
          <a:lstStyle>
            <a:defPPr>
              <a:defRPr sz="1275" b="1">
                <a:solidFill>
                  <a:srgbClr val="E7B75E"/>
                </a:solidFill>
                <a:latin typeface="Arial"/>
                <a:ea typeface="Arial"/>
                <a:cs typeface="Arial"/>
              </a:defRPr>
            </a:defPPr>
            <a:lvl1pPr>
              <a:defRPr sz="1275" b="1">
                <a:solidFill>
                  <a:srgbClr val="E7B75E"/>
                </a:solidFill>
                <a:latin typeface="Arial"/>
                <a:ea typeface="Arial"/>
                <a:cs typeface="Arial"/>
              </a:defRPr>
            </a:lvl1pPr>
            <a:lvl2pPr>
              <a:defRPr sz="1275" b="1">
                <a:solidFill>
                  <a:srgbClr val="E7B75E"/>
                </a:solidFill>
                <a:latin typeface="Arial"/>
                <a:ea typeface="Arial"/>
                <a:cs typeface="Arial"/>
              </a:defRPr>
            </a:lvl2pPr>
            <a:lvl3pPr>
              <a:defRPr sz="1275" b="1">
                <a:solidFill>
                  <a:srgbClr val="E7B75E"/>
                </a:solidFill>
                <a:latin typeface="Arial"/>
                <a:ea typeface="Arial"/>
                <a:cs typeface="Arial"/>
              </a:defRPr>
            </a:lvl3pPr>
            <a:lvl4pPr>
              <a:defRPr sz="1275" b="1">
                <a:solidFill>
                  <a:srgbClr val="E7B75E"/>
                </a:solidFill>
                <a:latin typeface="Arial"/>
                <a:ea typeface="Arial"/>
                <a:cs typeface="Arial"/>
              </a:defRPr>
            </a:lvl4pPr>
            <a:lvl5pPr>
              <a:defRPr sz="1275" b="1">
                <a:solidFill>
                  <a:srgbClr val="E7B75E"/>
                </a:solidFill>
                <a:latin typeface="Arial"/>
                <a:ea typeface="Arial"/>
                <a:cs typeface="Arial"/>
              </a:defRPr>
            </a:lvl5pPr>
            <a:lvl6pPr>
              <a:defRPr sz="1275" b="1">
                <a:solidFill>
                  <a:srgbClr val="E7B75E"/>
                </a:solidFill>
                <a:latin typeface="Arial"/>
                <a:ea typeface="Arial"/>
                <a:cs typeface="Arial"/>
              </a:defRPr>
            </a:lvl6pPr>
            <a:lvl7pPr>
              <a:defRPr sz="1275" b="1">
                <a:solidFill>
                  <a:srgbClr val="E7B75E"/>
                </a:solidFill>
                <a:latin typeface="Arial"/>
                <a:ea typeface="Arial"/>
                <a:cs typeface="Arial"/>
              </a:defRPr>
            </a:lvl7pPr>
            <a:lvl8pPr>
              <a:defRPr sz="1275" b="1">
                <a:solidFill>
                  <a:srgbClr val="E7B75E"/>
                </a:solidFill>
                <a:latin typeface="Arial"/>
                <a:ea typeface="Arial"/>
                <a:cs typeface="Arial"/>
              </a:defRPr>
            </a:lvl8pPr>
            <a:lvl9pPr>
              <a:defRPr sz="1275" b="1">
                <a:solidFill>
                  <a:srgbClr val="E7B75E"/>
                </a:solidFill>
                <a:latin typeface="Arial"/>
                <a:ea typeface="Arial"/>
                <a:cs typeface="Arial"/>
              </a:defRPr>
            </a:lvl9pPr>
          </a:lstStyle>
          <a:p>
            <a:pPr>
              <a:defRPr sz="1275" b="1">
                <a:solidFill>
                  <a:srgbClr val="E7B75E"/>
                </a:solidFill>
                <a:latin typeface="Arial"/>
                <a:ea typeface="Arial"/>
                <a:cs typeface="Arial"/>
              </a:defRPr>
            </a:pPr>
            <a:r>
              <a:rPr sz="1275" b="1">
                <a:solidFill>
                  <a:srgbClr val="E7B75E"/>
                </a:solidFill>
                <a:latin typeface="Arial"/>
                <a:ea typeface="Arial"/>
                <a:cs typeface="Arial"/>
              </a:rPr>
              <a:t>GROUP 7</a:t>
            </a:r>
          </a:p>
        </p:txBody>
      </p:sp>
      <p:sp>
        <p:nvSpPr>
          <p:cNvPr id="10" name="Rectangle 9">
            <a:extLst>
              <a:ext uri="{FF2B5EF4-FFF2-40B4-BE49-F238E27FC236}">
                <a16:creationId xmlns:a16="http://schemas.microsoft.com/office/drawing/2014/main" id="{71C0E1C7-93D9-4357-9F55-0C05F909247E}"/>
              </a:ext>
            </a:extLst>
          </p:cNvPr>
          <p:cNvSpPr>
            <a:spLocks noGrp="1"/>
          </p:cNvSpPr>
          <p:nvPr/>
        </p:nvSpPr>
        <p:spPr>
          <a:xfrm>
            <a:off x="742950" y="1466850"/>
            <a:ext cx="7239000" cy="1638300"/>
          </a:xfrm>
          <a:prstGeom prst="rect">
            <a:avLst/>
          </a:prstGeom>
          <a:noFill/>
          <a:ln w="0">
            <a:noFill/>
            <a:prstDash val="solid"/>
          </a:ln>
        </p:spPr>
        <p:txBody>
          <a:bodyPr lIns="0" tIns="0" rIns="0" bIns="0"/>
          <a:lstStyle>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a:pPr>
              <a:defRPr sz="3900" b="1">
                <a:solidFill>
                  <a:srgbClr val="FFFFFF"/>
                </a:solidFill>
                <a:latin typeface="Arial"/>
                <a:ea typeface="Arial"/>
                <a:cs typeface="Arial"/>
              </a:defRPr>
            </a:pPr>
            <a:r>
              <a:rPr sz="3900" b="1">
                <a:solidFill>
                  <a:srgbClr val="FFFFFF"/>
                </a:solidFill>
                <a:latin typeface="Arial"/>
                <a:ea typeface="Arial"/>
                <a:cs typeface="Arial"/>
              </a:rPr>
              <a:t>AI Live Commerce</a:t>
            </a:r>
          </a:p>
          <a:p>
            <a:pPr>
              <a:defRPr sz="3900" b="1">
                <a:solidFill>
                  <a:srgbClr val="FFFFFF"/>
                </a:solidFill>
                <a:latin typeface="Arial"/>
                <a:ea typeface="Arial"/>
                <a:cs typeface="Arial"/>
              </a:defRPr>
            </a:pPr>
            <a:r>
              <a:rPr sz="3900" b="1">
                <a:solidFill>
                  <a:srgbClr val="FFFFFF"/>
                </a:solidFill>
                <a:latin typeface="Arial"/>
                <a:ea typeface="Arial"/>
                <a:cs typeface="Arial"/>
              </a:rPr>
              <a:t>Order Assistant</a:t>
            </a:r>
          </a:p>
        </p:txBody>
      </p:sp>
      <p:sp>
        <p:nvSpPr>
          <p:cNvPr id="11" name="Rectangle 10">
            <a:extLst>
              <a:ext uri="{FF2B5EF4-FFF2-40B4-BE49-F238E27FC236}">
                <a16:creationId xmlns:a16="http://schemas.microsoft.com/office/drawing/2014/main" id="{05729469-5DC4-43D4-9B5E-4A15B4906CE0}"/>
              </a:ext>
            </a:extLst>
          </p:cNvPr>
          <p:cNvSpPr>
            <a:spLocks noGrp="1"/>
          </p:cNvSpPr>
          <p:nvPr/>
        </p:nvSpPr>
        <p:spPr>
          <a:xfrm>
            <a:off x="781050" y="3429000"/>
            <a:ext cx="7239000" cy="552450"/>
          </a:xfrm>
          <a:prstGeom prst="rect">
            <a:avLst/>
          </a:prstGeom>
          <a:noFill/>
          <a:ln w="0">
            <a:noFill/>
            <a:prstDash val="solid"/>
          </a:ln>
        </p:spPr>
        <p:txBody>
          <a:bodyPr lIns="0" tIns="0" rIns="0" bIns="0"/>
          <a:lstStyle>
            <a:defPPr>
              <a:defRPr sz="1650" b="0">
                <a:solidFill>
                  <a:srgbClr val="D5DEE6"/>
                </a:solidFill>
                <a:latin typeface="Arial"/>
                <a:ea typeface="Arial"/>
                <a:cs typeface="Arial"/>
              </a:defRPr>
            </a:defPPr>
            <a:lvl1pPr>
              <a:defRPr sz="1650" b="0">
                <a:solidFill>
                  <a:srgbClr val="D5DEE6"/>
                </a:solidFill>
                <a:latin typeface="Arial"/>
                <a:ea typeface="Arial"/>
                <a:cs typeface="Arial"/>
              </a:defRPr>
            </a:lvl1pPr>
            <a:lvl2pPr>
              <a:defRPr sz="1650" b="0">
                <a:solidFill>
                  <a:srgbClr val="D5DEE6"/>
                </a:solidFill>
                <a:latin typeface="Arial"/>
                <a:ea typeface="Arial"/>
                <a:cs typeface="Arial"/>
              </a:defRPr>
            </a:lvl2pPr>
            <a:lvl3pPr>
              <a:defRPr sz="1650" b="0">
                <a:solidFill>
                  <a:srgbClr val="D5DEE6"/>
                </a:solidFill>
                <a:latin typeface="Arial"/>
                <a:ea typeface="Arial"/>
                <a:cs typeface="Arial"/>
              </a:defRPr>
            </a:lvl3pPr>
            <a:lvl4pPr>
              <a:defRPr sz="1650" b="0">
                <a:solidFill>
                  <a:srgbClr val="D5DEE6"/>
                </a:solidFill>
                <a:latin typeface="Arial"/>
                <a:ea typeface="Arial"/>
                <a:cs typeface="Arial"/>
              </a:defRPr>
            </a:lvl4pPr>
            <a:lvl5pPr>
              <a:defRPr sz="1650" b="0">
                <a:solidFill>
                  <a:srgbClr val="D5DEE6"/>
                </a:solidFill>
                <a:latin typeface="Arial"/>
                <a:ea typeface="Arial"/>
                <a:cs typeface="Arial"/>
              </a:defRPr>
            </a:lvl5pPr>
            <a:lvl6pPr>
              <a:defRPr sz="1650" b="0">
                <a:solidFill>
                  <a:srgbClr val="D5DEE6"/>
                </a:solidFill>
                <a:latin typeface="Arial"/>
                <a:ea typeface="Arial"/>
                <a:cs typeface="Arial"/>
              </a:defRPr>
            </a:lvl6pPr>
            <a:lvl7pPr>
              <a:defRPr sz="1650" b="0">
                <a:solidFill>
                  <a:srgbClr val="D5DEE6"/>
                </a:solidFill>
                <a:latin typeface="Arial"/>
                <a:ea typeface="Arial"/>
                <a:cs typeface="Arial"/>
              </a:defRPr>
            </a:lvl7pPr>
            <a:lvl8pPr>
              <a:defRPr sz="1650" b="0">
                <a:solidFill>
                  <a:srgbClr val="D5DEE6"/>
                </a:solidFill>
                <a:latin typeface="Arial"/>
                <a:ea typeface="Arial"/>
                <a:cs typeface="Arial"/>
              </a:defRPr>
            </a:lvl8pPr>
            <a:lvl9pPr>
              <a:defRPr sz="1650" b="0">
                <a:solidFill>
                  <a:srgbClr val="D5DEE6"/>
                </a:solidFill>
                <a:latin typeface="Arial"/>
                <a:ea typeface="Arial"/>
                <a:cs typeface="Arial"/>
              </a:defRPr>
            </a:lvl9pPr>
          </a:lstStyle>
          <a:p>
            <a:pPr>
              <a:defRPr sz="1650" b="0">
                <a:solidFill>
                  <a:srgbClr val="D5DEE6"/>
                </a:solidFill>
                <a:latin typeface="Arial"/>
                <a:ea typeface="Arial"/>
                <a:cs typeface="Arial"/>
              </a:defRPr>
            </a:pPr>
            <a:endParaRPr sz="1650" b="0" dirty="0">
              <a:solidFill>
                <a:srgbClr val="D5DEE6"/>
              </a:solidFill>
              <a:latin typeface="Arial"/>
              <a:ea typeface="Arial"/>
              <a:cs typeface="Arial"/>
            </a:endParaRPr>
          </a:p>
        </p:txBody>
      </p:sp>
      <p:sp>
        <p:nvSpPr>
          <p:cNvPr id="12" name="Rectangle 11">
            <a:extLst>
              <a:ext uri="{FF2B5EF4-FFF2-40B4-BE49-F238E27FC236}">
                <a16:creationId xmlns:a16="http://schemas.microsoft.com/office/drawing/2014/main" id="{54846A90-CE46-4A96-97FF-3D743E640778}"/>
              </a:ext>
            </a:extLst>
          </p:cNvPr>
          <p:cNvSpPr>
            <a:spLocks noGrp="1"/>
          </p:cNvSpPr>
          <p:nvPr/>
        </p:nvSpPr>
        <p:spPr>
          <a:xfrm>
            <a:off x="781050" y="4343400"/>
            <a:ext cx="1143000" cy="38100"/>
          </a:xfrm>
          <a:prstGeom prst="rect">
            <a:avLst/>
          </a:prstGeom>
          <a:solidFill>
            <a:srgbClr val="EF705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F261FB26-4FFC-429C-9B76-50F48B804389}"/>
              </a:ext>
            </a:extLst>
          </p:cNvPr>
          <p:cNvSpPr>
            <a:spLocks noGrp="1"/>
          </p:cNvSpPr>
          <p:nvPr/>
        </p:nvSpPr>
        <p:spPr>
          <a:xfrm>
            <a:off x="781050" y="4629150"/>
            <a:ext cx="7239000" cy="323850"/>
          </a:xfrm>
          <a:prstGeom prst="rect">
            <a:avLst/>
          </a:prstGeom>
          <a:noFill/>
          <a:ln w="0">
            <a:noFill/>
            <a:prstDash val="solid"/>
          </a:ln>
        </p:spPr>
        <p:txBody>
          <a:bodyPr lIns="0" tIns="0" rIns="0" bIns="0"/>
          <a:lstStyle>
            <a:defPPr>
              <a:defRPr sz="1350" b="0">
                <a:solidFill>
                  <a:srgbClr val="BBC7D1"/>
                </a:solidFill>
                <a:latin typeface="Arial"/>
                <a:ea typeface="Arial"/>
                <a:cs typeface="Arial"/>
              </a:defRPr>
            </a:defPPr>
            <a:lvl1pPr>
              <a:defRPr sz="1350" b="0">
                <a:solidFill>
                  <a:srgbClr val="BBC7D1"/>
                </a:solidFill>
                <a:latin typeface="Arial"/>
                <a:ea typeface="Arial"/>
                <a:cs typeface="Arial"/>
              </a:defRPr>
            </a:lvl1pPr>
            <a:lvl2pPr>
              <a:defRPr sz="1350" b="0">
                <a:solidFill>
                  <a:srgbClr val="BBC7D1"/>
                </a:solidFill>
                <a:latin typeface="Arial"/>
                <a:ea typeface="Arial"/>
                <a:cs typeface="Arial"/>
              </a:defRPr>
            </a:lvl2pPr>
            <a:lvl3pPr>
              <a:defRPr sz="1350" b="0">
                <a:solidFill>
                  <a:srgbClr val="BBC7D1"/>
                </a:solidFill>
                <a:latin typeface="Arial"/>
                <a:ea typeface="Arial"/>
                <a:cs typeface="Arial"/>
              </a:defRPr>
            </a:lvl3pPr>
            <a:lvl4pPr>
              <a:defRPr sz="1350" b="0">
                <a:solidFill>
                  <a:srgbClr val="BBC7D1"/>
                </a:solidFill>
                <a:latin typeface="Arial"/>
                <a:ea typeface="Arial"/>
                <a:cs typeface="Arial"/>
              </a:defRPr>
            </a:lvl4pPr>
            <a:lvl5pPr>
              <a:defRPr sz="1350" b="0">
                <a:solidFill>
                  <a:srgbClr val="BBC7D1"/>
                </a:solidFill>
                <a:latin typeface="Arial"/>
                <a:ea typeface="Arial"/>
                <a:cs typeface="Arial"/>
              </a:defRPr>
            </a:lvl5pPr>
            <a:lvl6pPr>
              <a:defRPr sz="1350" b="0">
                <a:solidFill>
                  <a:srgbClr val="BBC7D1"/>
                </a:solidFill>
                <a:latin typeface="Arial"/>
                <a:ea typeface="Arial"/>
                <a:cs typeface="Arial"/>
              </a:defRPr>
            </a:lvl6pPr>
            <a:lvl7pPr>
              <a:defRPr sz="1350" b="0">
                <a:solidFill>
                  <a:srgbClr val="BBC7D1"/>
                </a:solidFill>
                <a:latin typeface="Arial"/>
                <a:ea typeface="Arial"/>
                <a:cs typeface="Arial"/>
              </a:defRPr>
            </a:lvl7pPr>
            <a:lvl8pPr>
              <a:defRPr sz="1350" b="0">
                <a:solidFill>
                  <a:srgbClr val="BBC7D1"/>
                </a:solidFill>
                <a:latin typeface="Arial"/>
                <a:ea typeface="Arial"/>
                <a:cs typeface="Arial"/>
              </a:defRPr>
            </a:lvl8pPr>
            <a:lvl9pPr>
              <a:defRPr sz="1350" b="0">
                <a:solidFill>
                  <a:srgbClr val="BBC7D1"/>
                </a:solidFill>
                <a:latin typeface="Arial"/>
                <a:ea typeface="Arial"/>
                <a:cs typeface="Arial"/>
              </a:defRPr>
            </a:lvl9pPr>
          </a:lstStyle>
          <a:p>
            <a:pPr>
              <a:defRPr sz="1350" b="0">
                <a:solidFill>
                  <a:srgbClr val="BBC7D1"/>
                </a:solidFill>
                <a:latin typeface="Arial"/>
                <a:ea typeface="Arial"/>
                <a:cs typeface="Arial"/>
              </a:defRPr>
            </a:pPr>
            <a:r>
              <a:rPr sz="1350" b="0">
                <a:solidFill>
                  <a:srgbClr val="BBC7D1"/>
                </a:solidFill>
                <a:latin typeface="Arial"/>
                <a:ea typeface="Arial"/>
                <a:cs typeface="Arial"/>
              </a:rPr>
              <a:t>React + FastAPI + SQLite  ·  FakeLLM / Ollama</a:t>
            </a:r>
          </a:p>
        </p:txBody>
      </p:sp>
      <p:sp>
        <p:nvSpPr>
          <p:cNvPr id="14" name="Rectangle 13">
            <a:extLst>
              <a:ext uri="{FF2B5EF4-FFF2-40B4-BE49-F238E27FC236}">
                <a16:creationId xmlns:a16="http://schemas.microsoft.com/office/drawing/2014/main" id="{33033379-BD88-4C42-BD06-B186D65C008C}"/>
              </a:ext>
            </a:extLst>
          </p:cNvPr>
          <p:cNvSpPr>
            <a:spLocks noGrp="1"/>
          </p:cNvSpPr>
          <p:nvPr/>
        </p:nvSpPr>
        <p:spPr>
          <a:xfrm>
            <a:off x="781050" y="6191250"/>
            <a:ext cx="3048000" cy="190500"/>
          </a:xfrm>
          <a:prstGeom prst="rect">
            <a:avLst/>
          </a:prstGeom>
          <a:noFill/>
          <a:ln w="0">
            <a:noFill/>
            <a:prstDash val="solid"/>
          </a:ln>
        </p:spPr>
        <p:txBody>
          <a:bodyPr lIns="0" tIns="0" rIns="0" bIns="0"/>
          <a:lstStyle>
            <a:defPPr>
              <a:defRPr sz="975" b="1">
                <a:solidFill>
                  <a:srgbClr val="91A2B1"/>
                </a:solidFill>
                <a:latin typeface="Arial"/>
                <a:ea typeface="Arial"/>
                <a:cs typeface="Arial"/>
              </a:defRPr>
            </a:defPPr>
            <a:lvl1pPr>
              <a:defRPr sz="975" b="1">
                <a:solidFill>
                  <a:srgbClr val="91A2B1"/>
                </a:solidFill>
                <a:latin typeface="Arial"/>
                <a:ea typeface="Arial"/>
                <a:cs typeface="Arial"/>
              </a:defRPr>
            </a:lvl1pPr>
            <a:lvl2pPr>
              <a:defRPr sz="975" b="1">
                <a:solidFill>
                  <a:srgbClr val="91A2B1"/>
                </a:solidFill>
                <a:latin typeface="Arial"/>
                <a:ea typeface="Arial"/>
                <a:cs typeface="Arial"/>
              </a:defRPr>
            </a:lvl2pPr>
            <a:lvl3pPr>
              <a:defRPr sz="975" b="1">
                <a:solidFill>
                  <a:srgbClr val="91A2B1"/>
                </a:solidFill>
                <a:latin typeface="Arial"/>
                <a:ea typeface="Arial"/>
                <a:cs typeface="Arial"/>
              </a:defRPr>
            </a:lvl3pPr>
            <a:lvl4pPr>
              <a:defRPr sz="975" b="1">
                <a:solidFill>
                  <a:srgbClr val="91A2B1"/>
                </a:solidFill>
                <a:latin typeface="Arial"/>
                <a:ea typeface="Arial"/>
                <a:cs typeface="Arial"/>
              </a:defRPr>
            </a:lvl4pPr>
            <a:lvl5pPr>
              <a:defRPr sz="975" b="1">
                <a:solidFill>
                  <a:srgbClr val="91A2B1"/>
                </a:solidFill>
                <a:latin typeface="Arial"/>
                <a:ea typeface="Arial"/>
                <a:cs typeface="Arial"/>
              </a:defRPr>
            </a:lvl5pPr>
            <a:lvl6pPr>
              <a:defRPr sz="975" b="1">
                <a:solidFill>
                  <a:srgbClr val="91A2B1"/>
                </a:solidFill>
                <a:latin typeface="Arial"/>
                <a:ea typeface="Arial"/>
                <a:cs typeface="Arial"/>
              </a:defRPr>
            </a:lvl6pPr>
            <a:lvl7pPr>
              <a:defRPr sz="975" b="1">
                <a:solidFill>
                  <a:srgbClr val="91A2B1"/>
                </a:solidFill>
                <a:latin typeface="Arial"/>
                <a:ea typeface="Arial"/>
                <a:cs typeface="Arial"/>
              </a:defRPr>
            </a:lvl7pPr>
            <a:lvl8pPr>
              <a:defRPr sz="975" b="1">
                <a:solidFill>
                  <a:srgbClr val="91A2B1"/>
                </a:solidFill>
                <a:latin typeface="Arial"/>
                <a:ea typeface="Arial"/>
                <a:cs typeface="Arial"/>
              </a:defRPr>
            </a:lvl8pPr>
            <a:lvl9pPr>
              <a:defRPr sz="975" b="1">
                <a:solidFill>
                  <a:srgbClr val="91A2B1"/>
                </a:solidFill>
                <a:latin typeface="Arial"/>
                <a:ea typeface="Arial"/>
                <a:cs typeface="Arial"/>
              </a:defRPr>
            </a:lvl9pPr>
          </a:lstStyle>
          <a:p>
            <a:pPr>
              <a:defRPr sz="975" b="1">
                <a:solidFill>
                  <a:srgbClr val="91A2B1"/>
                </a:solidFill>
                <a:latin typeface="Arial"/>
                <a:ea typeface="Arial"/>
                <a:cs typeface="Arial"/>
              </a:defRPr>
            </a:pPr>
            <a:r>
              <a:rPr sz="975" b="1">
                <a:solidFill>
                  <a:srgbClr val="91A2B1"/>
                </a:solidFill>
                <a:latin typeface="Arial"/>
                <a:ea typeface="Arial"/>
                <a:cs typeface="Arial"/>
              </a:rPr>
              <a:t>PROJECT PRESENTATION</a:t>
            </a:r>
          </a:p>
        </p:txBody>
      </p:sp>
    </p:spTree>
    <p:extLst>
      <p:ext uri="{BB962C8B-B14F-4D97-AF65-F5344CB8AC3E}">
        <p14:creationId xmlns:p14="http://schemas.microsoft.com/office/powerpoint/2010/main" val="2099344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1A4317F-A1D5-417A-AF96-3805C02BD39D}"/>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BỐI CẢNH</a:t>
            </a:r>
          </a:p>
        </p:txBody>
      </p:sp>
      <p:sp>
        <p:nvSpPr>
          <p:cNvPr id="2" name="Rectangle 1">
            <a:extLst>
              <a:ext uri="{FF2B5EF4-FFF2-40B4-BE49-F238E27FC236}">
                <a16:creationId xmlns:a16="http://schemas.microsoft.com/office/drawing/2014/main" id="{9E7F6BEA-98F4-41EC-B71F-AC1D61D14CF5}"/>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dirty="0" err="1">
                <a:solidFill>
                  <a:srgbClr val="182637"/>
                </a:solidFill>
                <a:latin typeface="Arial"/>
                <a:ea typeface="Arial"/>
                <a:cs typeface="Arial"/>
              </a:rPr>
              <a:t>Bài</a:t>
            </a:r>
            <a:r>
              <a:rPr sz="2700" b="1" dirty="0">
                <a:solidFill>
                  <a:srgbClr val="182637"/>
                </a:solidFill>
                <a:latin typeface="Arial"/>
                <a:ea typeface="Arial"/>
                <a:cs typeface="Arial"/>
              </a:rPr>
              <a:t> </a:t>
            </a:r>
            <a:r>
              <a:rPr sz="2700" b="1" dirty="0" err="1">
                <a:solidFill>
                  <a:srgbClr val="182637"/>
                </a:solidFill>
                <a:latin typeface="Arial"/>
                <a:ea typeface="Arial"/>
                <a:cs typeface="Arial"/>
              </a:rPr>
              <a:t>toán</a:t>
            </a:r>
            <a:r>
              <a:rPr sz="2700" b="1" dirty="0">
                <a:solidFill>
                  <a:srgbClr val="182637"/>
                </a:solidFill>
                <a:latin typeface="Arial"/>
                <a:ea typeface="Arial"/>
                <a:cs typeface="Arial"/>
              </a:rPr>
              <a:t>: </a:t>
            </a:r>
            <a:r>
              <a:rPr lang="en-US" sz="2700" b="1" dirty="0" err="1">
                <a:solidFill>
                  <a:srgbClr val="182637"/>
                </a:solidFill>
                <a:latin typeface="Arial"/>
                <a:ea typeface="Arial"/>
                <a:cs typeface="Arial"/>
              </a:rPr>
              <a:t>Xử</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l</a:t>
            </a:r>
            <a:r>
              <a:rPr lang="en-US" dirty="0" err="1"/>
              <a:t>ý</a:t>
            </a:r>
            <a:r>
              <a:rPr lang="en-US" dirty="0"/>
              <a:t> </a:t>
            </a:r>
            <a:r>
              <a:rPr lang="en-US" dirty="0" err="1"/>
              <a:t>các</a:t>
            </a:r>
            <a:r>
              <a:rPr lang="en-US" dirty="0"/>
              <a:t> </a:t>
            </a:r>
            <a:r>
              <a:rPr lang="en-US" dirty="0" err="1"/>
              <a:t>dòng</a:t>
            </a:r>
            <a:r>
              <a:rPr lang="en-US" dirty="0"/>
              <a:t> chat </a:t>
            </a:r>
            <a:r>
              <a:rPr lang="en-US" dirty="0" err="1"/>
              <a:t>ngôn</a:t>
            </a:r>
            <a:r>
              <a:rPr lang="en-US" dirty="0"/>
              <a:t> </a:t>
            </a:r>
            <a:r>
              <a:rPr lang="en-US" dirty="0" err="1"/>
              <a:t>ngữ</a:t>
            </a:r>
            <a:r>
              <a:rPr lang="en-US" dirty="0"/>
              <a:t> </a:t>
            </a:r>
            <a:r>
              <a:rPr lang="en-US" dirty="0" err="1"/>
              <a:t>tự</a:t>
            </a:r>
            <a:r>
              <a:rPr lang="en-US" dirty="0"/>
              <a:t> </a:t>
            </a:r>
            <a:r>
              <a:rPr lang="en-US" dirty="0" err="1"/>
              <a:t>nhiên</a:t>
            </a:r>
            <a:endParaRPr sz="2700" b="1" dirty="0">
              <a:solidFill>
                <a:srgbClr val="182637"/>
              </a:solidFill>
              <a:latin typeface="Arial"/>
              <a:ea typeface="Arial"/>
              <a:cs typeface="Arial"/>
            </a:endParaRPr>
          </a:p>
        </p:txBody>
      </p:sp>
      <p:sp>
        <p:nvSpPr>
          <p:cNvPr id="3" name="Rectangle 2">
            <a:extLst>
              <a:ext uri="{FF2B5EF4-FFF2-40B4-BE49-F238E27FC236}">
                <a16:creationId xmlns:a16="http://schemas.microsoft.com/office/drawing/2014/main" id="{5AA3B8BD-8B0F-412E-B7CC-2BFF779ECF33}"/>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35AEAAC3-0A1B-4A70-AD64-10328C02F98D}"/>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02</a:t>
            </a:r>
          </a:p>
        </p:txBody>
      </p:sp>
      <p:sp>
        <p:nvSpPr>
          <p:cNvPr id="5" name="Rectangle: Rounded Corners 4">
            <a:extLst>
              <a:ext uri="{FF2B5EF4-FFF2-40B4-BE49-F238E27FC236}">
                <a16:creationId xmlns:a16="http://schemas.microsoft.com/office/drawing/2014/main" id="{BFA02CD8-596D-4561-A370-04BACC22D9BE}"/>
              </a:ext>
            </a:extLst>
          </p:cNvPr>
          <p:cNvSpPr>
            <a:spLocks noGrp="1"/>
          </p:cNvSpPr>
          <p:nvPr/>
        </p:nvSpPr>
        <p:spPr>
          <a:xfrm>
            <a:off x="685800" y="1924050"/>
            <a:ext cx="4838700" cy="3467100"/>
          </a:xfrm>
          <a:prstGeom prst="roundRect">
            <a:avLst>
              <a:gd name="adj" fmla="val 4945"/>
            </a:avLst>
          </a:prstGeom>
          <a:solidFill>
            <a:srgbClr val="162B42"/>
          </a:solidFill>
          <a:ln w="0">
            <a:noFill/>
            <a:prstDash val="solid"/>
          </a:ln>
        </p:spPr>
        <p:txBody>
          <a:bodyPr/>
          <a:lstStyle/>
          <a:p>
            <a:endParaRPr lang="en-US"/>
          </a:p>
        </p:txBody>
      </p:sp>
      <p:sp>
        <p:nvSpPr>
          <p:cNvPr id="6" name="Rectangle 5">
            <a:extLst>
              <a:ext uri="{FF2B5EF4-FFF2-40B4-BE49-F238E27FC236}">
                <a16:creationId xmlns:a16="http://schemas.microsoft.com/office/drawing/2014/main" id="{A9942F91-4901-4EE3-ADFA-C98BFCAAC1ED}"/>
              </a:ext>
            </a:extLst>
          </p:cNvPr>
          <p:cNvSpPr>
            <a:spLocks noGrp="1"/>
          </p:cNvSpPr>
          <p:nvPr/>
        </p:nvSpPr>
        <p:spPr>
          <a:xfrm>
            <a:off x="990600" y="2228850"/>
            <a:ext cx="3619500" cy="190500"/>
          </a:xfrm>
          <a:prstGeom prst="rect">
            <a:avLst/>
          </a:prstGeom>
          <a:noFill/>
          <a:ln w="0">
            <a:noFill/>
            <a:prstDash val="solid"/>
          </a:ln>
        </p:spPr>
        <p:txBody>
          <a:bodyPr lIns="0" tIns="0" rIns="0" bIns="0"/>
          <a:lstStyle>
            <a:defPPr>
              <a:defRPr sz="975" b="1">
                <a:solidFill>
                  <a:srgbClr val="E7B75E"/>
                </a:solidFill>
                <a:latin typeface="Arial"/>
                <a:ea typeface="Arial"/>
                <a:cs typeface="Arial"/>
              </a:defRPr>
            </a:defPPr>
            <a:lvl1pPr>
              <a:defRPr sz="975" b="1">
                <a:solidFill>
                  <a:srgbClr val="E7B75E"/>
                </a:solidFill>
                <a:latin typeface="Arial"/>
                <a:ea typeface="Arial"/>
                <a:cs typeface="Arial"/>
              </a:defRPr>
            </a:lvl1pPr>
            <a:lvl2pPr>
              <a:defRPr sz="975" b="1">
                <a:solidFill>
                  <a:srgbClr val="E7B75E"/>
                </a:solidFill>
                <a:latin typeface="Arial"/>
                <a:ea typeface="Arial"/>
                <a:cs typeface="Arial"/>
              </a:defRPr>
            </a:lvl2pPr>
            <a:lvl3pPr>
              <a:defRPr sz="975" b="1">
                <a:solidFill>
                  <a:srgbClr val="E7B75E"/>
                </a:solidFill>
                <a:latin typeface="Arial"/>
                <a:ea typeface="Arial"/>
                <a:cs typeface="Arial"/>
              </a:defRPr>
            </a:lvl3pPr>
            <a:lvl4pPr>
              <a:defRPr sz="975" b="1">
                <a:solidFill>
                  <a:srgbClr val="E7B75E"/>
                </a:solidFill>
                <a:latin typeface="Arial"/>
                <a:ea typeface="Arial"/>
                <a:cs typeface="Arial"/>
              </a:defRPr>
            </a:lvl4pPr>
            <a:lvl5pPr>
              <a:defRPr sz="975" b="1">
                <a:solidFill>
                  <a:srgbClr val="E7B75E"/>
                </a:solidFill>
                <a:latin typeface="Arial"/>
                <a:ea typeface="Arial"/>
                <a:cs typeface="Arial"/>
              </a:defRPr>
            </a:lvl5pPr>
            <a:lvl6pPr>
              <a:defRPr sz="975" b="1">
                <a:solidFill>
                  <a:srgbClr val="E7B75E"/>
                </a:solidFill>
                <a:latin typeface="Arial"/>
                <a:ea typeface="Arial"/>
                <a:cs typeface="Arial"/>
              </a:defRPr>
            </a:lvl6pPr>
            <a:lvl7pPr>
              <a:defRPr sz="975" b="1">
                <a:solidFill>
                  <a:srgbClr val="E7B75E"/>
                </a:solidFill>
                <a:latin typeface="Arial"/>
                <a:ea typeface="Arial"/>
                <a:cs typeface="Arial"/>
              </a:defRPr>
            </a:lvl7pPr>
            <a:lvl8pPr>
              <a:defRPr sz="975" b="1">
                <a:solidFill>
                  <a:srgbClr val="E7B75E"/>
                </a:solidFill>
                <a:latin typeface="Arial"/>
                <a:ea typeface="Arial"/>
                <a:cs typeface="Arial"/>
              </a:defRPr>
            </a:lvl8pPr>
            <a:lvl9pPr>
              <a:defRPr sz="975" b="1">
                <a:solidFill>
                  <a:srgbClr val="E7B75E"/>
                </a:solidFill>
                <a:latin typeface="Arial"/>
                <a:ea typeface="Arial"/>
                <a:cs typeface="Arial"/>
              </a:defRPr>
            </a:lvl9pPr>
          </a:lstStyle>
          <a:p>
            <a:pPr>
              <a:defRPr sz="975" b="1">
                <a:solidFill>
                  <a:srgbClr val="E7B75E"/>
                </a:solidFill>
                <a:latin typeface="Arial"/>
                <a:ea typeface="Arial"/>
                <a:cs typeface="Arial"/>
              </a:defRPr>
            </a:pPr>
            <a:r>
              <a:rPr sz="975" b="1">
                <a:solidFill>
                  <a:srgbClr val="E7B75E"/>
                </a:solidFill>
                <a:latin typeface="Arial"/>
                <a:ea typeface="Arial"/>
                <a:cs typeface="Arial"/>
              </a:rPr>
              <a:t>TIN NHẮN KHÁCH HÀNG</a:t>
            </a:r>
          </a:p>
        </p:txBody>
      </p:sp>
      <p:sp>
        <p:nvSpPr>
          <p:cNvPr id="7" name="Rectangle 6">
            <a:extLst>
              <a:ext uri="{FF2B5EF4-FFF2-40B4-BE49-F238E27FC236}">
                <a16:creationId xmlns:a16="http://schemas.microsoft.com/office/drawing/2014/main" id="{6BF4EBF7-37B5-4F9D-B323-98A2EDA9855E}"/>
              </a:ext>
            </a:extLst>
          </p:cNvPr>
          <p:cNvSpPr>
            <a:spLocks noGrp="1"/>
          </p:cNvSpPr>
          <p:nvPr/>
        </p:nvSpPr>
        <p:spPr>
          <a:xfrm>
            <a:off x="990600" y="2686050"/>
            <a:ext cx="3905250" cy="1809750"/>
          </a:xfrm>
          <a:prstGeom prst="rect">
            <a:avLst/>
          </a:prstGeom>
          <a:noFill/>
          <a:ln w="0">
            <a:noFill/>
            <a:prstDash val="solid"/>
          </a:ln>
        </p:spPr>
        <p:txBody>
          <a:bodyPr lIns="0" tIns="0" rIns="0" bIns="0"/>
          <a:lstStyle>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a:pPr>
              <a:defRPr sz="2700" b="1">
                <a:solidFill>
                  <a:srgbClr val="FFFFFF"/>
                </a:solidFill>
                <a:latin typeface="Arial"/>
                <a:ea typeface="Arial"/>
                <a:cs typeface="Arial"/>
              </a:defRPr>
            </a:pPr>
            <a:r>
              <a:rPr sz="2700" b="1">
                <a:solidFill>
                  <a:srgbClr val="FFFFFF"/>
                </a:solidFill>
                <a:latin typeface="Arial"/>
                <a:ea typeface="Arial"/>
                <a:cs typeface="Arial"/>
              </a:rPr>
              <a:t>“Chốt 2 áo xanh</a:t>
            </a:r>
          </a:p>
          <a:p>
            <a:pPr>
              <a:defRPr sz="2700" b="1">
                <a:solidFill>
                  <a:srgbClr val="FFFFFF"/>
                </a:solidFill>
                <a:latin typeface="Arial"/>
                <a:ea typeface="Arial"/>
                <a:cs typeface="Arial"/>
              </a:defRPr>
            </a:pPr>
            <a:r>
              <a:rPr sz="2700" b="1">
                <a:solidFill>
                  <a:srgbClr val="FFFFFF"/>
                </a:solidFill>
                <a:latin typeface="Arial"/>
                <a:ea typeface="Arial"/>
                <a:cs typeface="Arial"/>
              </a:rPr>
              <a:t>size M, giao về</a:t>
            </a:r>
          </a:p>
          <a:p>
            <a:pPr>
              <a:defRPr sz="2700" b="1">
                <a:solidFill>
                  <a:srgbClr val="FFFFFF"/>
                </a:solidFill>
                <a:latin typeface="Arial"/>
                <a:ea typeface="Arial"/>
                <a:cs typeface="Arial"/>
              </a:defRPr>
            </a:pPr>
            <a:r>
              <a:rPr sz="2700" b="1">
                <a:solidFill>
                  <a:srgbClr val="FFFFFF"/>
                </a:solidFill>
                <a:latin typeface="Arial"/>
                <a:ea typeface="Arial"/>
                <a:cs typeface="Arial"/>
              </a:rPr>
              <a:t>Quận 7.”</a:t>
            </a:r>
          </a:p>
        </p:txBody>
      </p:sp>
      <p:sp>
        <p:nvSpPr>
          <p:cNvPr id="8" name="Rectangle 7">
            <a:extLst>
              <a:ext uri="{FF2B5EF4-FFF2-40B4-BE49-F238E27FC236}">
                <a16:creationId xmlns:a16="http://schemas.microsoft.com/office/drawing/2014/main" id="{1DC96C29-4789-4547-A2D7-E0319AB1437E}"/>
              </a:ext>
            </a:extLst>
          </p:cNvPr>
          <p:cNvSpPr>
            <a:spLocks noGrp="1"/>
          </p:cNvSpPr>
          <p:nvPr/>
        </p:nvSpPr>
        <p:spPr>
          <a:xfrm>
            <a:off x="990600" y="4714875"/>
            <a:ext cx="4000500" cy="514350"/>
          </a:xfrm>
          <a:prstGeom prst="rect">
            <a:avLst/>
          </a:prstGeom>
          <a:noFill/>
          <a:ln w="0">
            <a:noFill/>
            <a:prstDash val="solid"/>
          </a:ln>
        </p:spPr>
        <p:txBody>
          <a:bodyPr lIns="0" tIns="0" rIns="0" bIns="0"/>
          <a:lstStyle>
            <a:defPPr>
              <a:defRPr sz="1350" b="0">
                <a:solidFill>
                  <a:srgbClr val="CFD8E1"/>
                </a:solidFill>
                <a:latin typeface="Arial"/>
                <a:ea typeface="Arial"/>
                <a:cs typeface="Arial"/>
              </a:defRPr>
            </a:defPPr>
            <a:lvl1pPr>
              <a:defRPr sz="1350" b="0">
                <a:solidFill>
                  <a:srgbClr val="CFD8E1"/>
                </a:solidFill>
                <a:latin typeface="Arial"/>
                <a:ea typeface="Arial"/>
                <a:cs typeface="Arial"/>
              </a:defRPr>
            </a:lvl1pPr>
            <a:lvl2pPr>
              <a:defRPr sz="1350" b="0">
                <a:solidFill>
                  <a:srgbClr val="CFD8E1"/>
                </a:solidFill>
                <a:latin typeface="Arial"/>
                <a:ea typeface="Arial"/>
                <a:cs typeface="Arial"/>
              </a:defRPr>
            </a:lvl2pPr>
            <a:lvl3pPr>
              <a:defRPr sz="1350" b="0">
                <a:solidFill>
                  <a:srgbClr val="CFD8E1"/>
                </a:solidFill>
                <a:latin typeface="Arial"/>
                <a:ea typeface="Arial"/>
                <a:cs typeface="Arial"/>
              </a:defRPr>
            </a:lvl3pPr>
            <a:lvl4pPr>
              <a:defRPr sz="1350" b="0">
                <a:solidFill>
                  <a:srgbClr val="CFD8E1"/>
                </a:solidFill>
                <a:latin typeface="Arial"/>
                <a:ea typeface="Arial"/>
                <a:cs typeface="Arial"/>
              </a:defRPr>
            </a:lvl4pPr>
            <a:lvl5pPr>
              <a:defRPr sz="1350" b="0">
                <a:solidFill>
                  <a:srgbClr val="CFD8E1"/>
                </a:solidFill>
                <a:latin typeface="Arial"/>
                <a:ea typeface="Arial"/>
                <a:cs typeface="Arial"/>
              </a:defRPr>
            </a:lvl5pPr>
            <a:lvl6pPr>
              <a:defRPr sz="1350" b="0">
                <a:solidFill>
                  <a:srgbClr val="CFD8E1"/>
                </a:solidFill>
                <a:latin typeface="Arial"/>
                <a:ea typeface="Arial"/>
                <a:cs typeface="Arial"/>
              </a:defRPr>
            </a:lvl6pPr>
            <a:lvl7pPr>
              <a:defRPr sz="1350" b="0">
                <a:solidFill>
                  <a:srgbClr val="CFD8E1"/>
                </a:solidFill>
                <a:latin typeface="Arial"/>
                <a:ea typeface="Arial"/>
                <a:cs typeface="Arial"/>
              </a:defRPr>
            </a:lvl7pPr>
            <a:lvl8pPr>
              <a:defRPr sz="1350" b="0">
                <a:solidFill>
                  <a:srgbClr val="CFD8E1"/>
                </a:solidFill>
                <a:latin typeface="Arial"/>
                <a:ea typeface="Arial"/>
                <a:cs typeface="Arial"/>
              </a:defRPr>
            </a:lvl8pPr>
            <a:lvl9pPr>
              <a:defRPr sz="1350" b="0">
                <a:solidFill>
                  <a:srgbClr val="CFD8E1"/>
                </a:solidFill>
                <a:latin typeface="Arial"/>
                <a:ea typeface="Arial"/>
                <a:cs typeface="Arial"/>
              </a:defRPr>
            </a:lvl9pPr>
          </a:lstStyle>
          <a:p>
            <a:pPr>
              <a:defRPr sz="1350" b="0">
                <a:solidFill>
                  <a:srgbClr val="CFD8E1"/>
                </a:solidFill>
                <a:latin typeface="Arial"/>
                <a:ea typeface="Arial"/>
                <a:cs typeface="Arial"/>
              </a:defRPr>
            </a:pPr>
            <a:r>
              <a:rPr sz="1350" b="0">
                <a:solidFill>
                  <a:srgbClr val="CFD8E1"/>
                </a:solidFill>
                <a:latin typeface="Arial"/>
                <a:ea typeface="Arial"/>
                <a:cs typeface="Arial"/>
              </a:rPr>
              <a:t>Một câu ngắn chứa nhiều trường cần xử lý.</a:t>
            </a:r>
          </a:p>
        </p:txBody>
      </p:sp>
      <p:sp>
        <p:nvSpPr>
          <p:cNvPr id="9" name="Rectangle 8">
            <a:extLst>
              <a:ext uri="{FF2B5EF4-FFF2-40B4-BE49-F238E27FC236}">
                <a16:creationId xmlns:a16="http://schemas.microsoft.com/office/drawing/2014/main" id="{CEB8DE66-2BF8-43DD-BCF2-52FCB2135D2C}"/>
              </a:ext>
            </a:extLst>
          </p:cNvPr>
          <p:cNvSpPr>
            <a:spLocks noGrp="1"/>
          </p:cNvSpPr>
          <p:nvPr/>
        </p:nvSpPr>
        <p:spPr>
          <a:xfrm>
            <a:off x="6115050" y="2152650"/>
            <a:ext cx="514350" cy="28575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01</a:t>
            </a:r>
          </a:p>
        </p:txBody>
      </p:sp>
      <p:sp>
        <p:nvSpPr>
          <p:cNvPr id="10" name="Rectangle 9">
            <a:extLst>
              <a:ext uri="{FF2B5EF4-FFF2-40B4-BE49-F238E27FC236}">
                <a16:creationId xmlns:a16="http://schemas.microsoft.com/office/drawing/2014/main" id="{2DB5668A-D102-4162-B1CC-6FAAE3C94710}"/>
              </a:ext>
            </a:extLst>
          </p:cNvPr>
          <p:cNvSpPr>
            <a:spLocks noGrp="1"/>
          </p:cNvSpPr>
          <p:nvPr/>
        </p:nvSpPr>
        <p:spPr>
          <a:xfrm>
            <a:off x="6762750" y="2133600"/>
            <a:ext cx="3524250" cy="3238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Bạn muốn làm gì?</a:t>
            </a:r>
          </a:p>
        </p:txBody>
      </p:sp>
      <p:sp>
        <p:nvSpPr>
          <p:cNvPr id="11" name="Rectangle 10">
            <a:extLst>
              <a:ext uri="{FF2B5EF4-FFF2-40B4-BE49-F238E27FC236}">
                <a16:creationId xmlns:a16="http://schemas.microsoft.com/office/drawing/2014/main" id="{EC712AB6-14BD-4A37-970F-FF4674B4770C}"/>
              </a:ext>
            </a:extLst>
          </p:cNvPr>
          <p:cNvSpPr>
            <a:spLocks noGrp="1"/>
          </p:cNvSpPr>
          <p:nvPr/>
        </p:nvSpPr>
        <p:spPr>
          <a:xfrm>
            <a:off x="6762750" y="2514600"/>
            <a:ext cx="4476750" cy="438150"/>
          </a:xfrm>
          <a:prstGeom prst="rect">
            <a:avLst/>
          </a:prstGeom>
          <a:noFill/>
          <a:ln w="0">
            <a:noFill/>
            <a:prstDash val="solid"/>
          </a:ln>
        </p:spPr>
        <p:txBody>
          <a:bodyPr lIns="0" tIns="0" rIns="0" bIns="0"/>
          <a:lstStyle>
            <a:defPPr>
              <a:defRPr sz="1350" b="0">
                <a:solidFill>
                  <a:srgbClr val="65717D"/>
                </a:solidFill>
                <a:latin typeface="Arial"/>
                <a:ea typeface="Arial"/>
                <a:cs typeface="Arial"/>
              </a:defRPr>
            </a:defPPr>
            <a:lvl1pPr>
              <a:defRPr sz="1350" b="0">
                <a:solidFill>
                  <a:srgbClr val="65717D"/>
                </a:solidFill>
                <a:latin typeface="Arial"/>
                <a:ea typeface="Arial"/>
                <a:cs typeface="Arial"/>
              </a:defRPr>
            </a:lvl1pPr>
            <a:lvl2pPr>
              <a:defRPr sz="1350" b="0">
                <a:solidFill>
                  <a:srgbClr val="65717D"/>
                </a:solidFill>
                <a:latin typeface="Arial"/>
                <a:ea typeface="Arial"/>
                <a:cs typeface="Arial"/>
              </a:defRPr>
            </a:lvl2pPr>
            <a:lvl3pPr>
              <a:defRPr sz="1350" b="0">
                <a:solidFill>
                  <a:srgbClr val="65717D"/>
                </a:solidFill>
                <a:latin typeface="Arial"/>
                <a:ea typeface="Arial"/>
                <a:cs typeface="Arial"/>
              </a:defRPr>
            </a:lvl3pPr>
            <a:lvl4pPr>
              <a:defRPr sz="1350" b="0">
                <a:solidFill>
                  <a:srgbClr val="65717D"/>
                </a:solidFill>
                <a:latin typeface="Arial"/>
                <a:ea typeface="Arial"/>
                <a:cs typeface="Arial"/>
              </a:defRPr>
            </a:lvl4pPr>
            <a:lvl5pPr>
              <a:defRPr sz="1350" b="0">
                <a:solidFill>
                  <a:srgbClr val="65717D"/>
                </a:solidFill>
                <a:latin typeface="Arial"/>
                <a:ea typeface="Arial"/>
                <a:cs typeface="Arial"/>
              </a:defRPr>
            </a:lvl5pPr>
            <a:lvl6pPr>
              <a:defRPr sz="1350" b="0">
                <a:solidFill>
                  <a:srgbClr val="65717D"/>
                </a:solidFill>
                <a:latin typeface="Arial"/>
                <a:ea typeface="Arial"/>
                <a:cs typeface="Arial"/>
              </a:defRPr>
            </a:lvl6pPr>
            <a:lvl7pPr>
              <a:defRPr sz="1350" b="0">
                <a:solidFill>
                  <a:srgbClr val="65717D"/>
                </a:solidFill>
                <a:latin typeface="Arial"/>
                <a:ea typeface="Arial"/>
                <a:cs typeface="Arial"/>
              </a:defRPr>
            </a:lvl7pPr>
            <a:lvl8pPr>
              <a:defRPr sz="1350" b="0">
                <a:solidFill>
                  <a:srgbClr val="65717D"/>
                </a:solidFill>
                <a:latin typeface="Arial"/>
                <a:ea typeface="Arial"/>
                <a:cs typeface="Arial"/>
              </a:defRPr>
            </a:lvl8pPr>
            <a:lvl9pPr>
              <a:defRPr sz="1350" b="0">
                <a:solidFill>
                  <a:srgbClr val="65717D"/>
                </a:solidFill>
                <a:latin typeface="Arial"/>
                <a:ea typeface="Arial"/>
                <a:cs typeface="Arial"/>
              </a:defRPr>
            </a:lvl9pPr>
          </a:lstStyle>
          <a:p>
            <a:pPr>
              <a:defRPr sz="1350" b="0">
                <a:solidFill>
                  <a:srgbClr val="65717D"/>
                </a:solidFill>
                <a:latin typeface="Arial"/>
                <a:ea typeface="Arial"/>
                <a:cs typeface="Arial"/>
              </a:defRPr>
            </a:pPr>
            <a:r>
              <a:rPr sz="1350" b="0">
                <a:solidFill>
                  <a:srgbClr val="65717D"/>
                </a:solidFill>
                <a:latin typeface="Arial"/>
                <a:ea typeface="Arial"/>
                <a:cs typeface="Arial"/>
              </a:rPr>
              <a:t>Đặt hàng hay chỉ hỏi thông tin?</a:t>
            </a:r>
          </a:p>
        </p:txBody>
      </p:sp>
      <p:sp>
        <p:nvSpPr>
          <p:cNvPr id="12" name="Rectangle 11">
            <a:extLst>
              <a:ext uri="{FF2B5EF4-FFF2-40B4-BE49-F238E27FC236}">
                <a16:creationId xmlns:a16="http://schemas.microsoft.com/office/drawing/2014/main" id="{5E361FD7-10D2-4412-8A43-C1D8FFC3DACE}"/>
              </a:ext>
            </a:extLst>
          </p:cNvPr>
          <p:cNvSpPr>
            <a:spLocks noGrp="1"/>
          </p:cNvSpPr>
          <p:nvPr/>
        </p:nvSpPr>
        <p:spPr>
          <a:xfrm>
            <a:off x="6115050" y="2981325"/>
            <a:ext cx="5143500" cy="9525"/>
          </a:xfrm>
          <a:prstGeom prst="rect">
            <a:avLst/>
          </a:prstGeom>
          <a:solidFill>
            <a:srgbClr val="D9D8D0"/>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A2E2B633-1A83-4B32-A1B2-7EB1676F8712}"/>
              </a:ext>
            </a:extLst>
          </p:cNvPr>
          <p:cNvSpPr>
            <a:spLocks noGrp="1"/>
          </p:cNvSpPr>
          <p:nvPr/>
        </p:nvSpPr>
        <p:spPr>
          <a:xfrm>
            <a:off x="6115050" y="3257550"/>
            <a:ext cx="514350" cy="28575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02</a:t>
            </a:r>
          </a:p>
        </p:txBody>
      </p:sp>
      <p:sp>
        <p:nvSpPr>
          <p:cNvPr id="14" name="Rectangle 13">
            <a:extLst>
              <a:ext uri="{FF2B5EF4-FFF2-40B4-BE49-F238E27FC236}">
                <a16:creationId xmlns:a16="http://schemas.microsoft.com/office/drawing/2014/main" id="{18865B8B-29EF-45E7-B61F-B397F2ABC229}"/>
              </a:ext>
            </a:extLst>
          </p:cNvPr>
          <p:cNvSpPr>
            <a:spLocks noGrp="1"/>
          </p:cNvSpPr>
          <p:nvPr/>
        </p:nvSpPr>
        <p:spPr>
          <a:xfrm>
            <a:off x="6762750" y="3238500"/>
            <a:ext cx="3524250" cy="3238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Bạn đang nói tới gì?</a:t>
            </a:r>
          </a:p>
        </p:txBody>
      </p:sp>
      <p:sp>
        <p:nvSpPr>
          <p:cNvPr id="15" name="Rectangle 14">
            <a:extLst>
              <a:ext uri="{FF2B5EF4-FFF2-40B4-BE49-F238E27FC236}">
                <a16:creationId xmlns:a16="http://schemas.microsoft.com/office/drawing/2014/main" id="{73A71779-75B5-4F9F-B88F-080A626CB016}"/>
              </a:ext>
            </a:extLst>
          </p:cNvPr>
          <p:cNvSpPr>
            <a:spLocks noGrp="1"/>
          </p:cNvSpPr>
          <p:nvPr/>
        </p:nvSpPr>
        <p:spPr>
          <a:xfrm>
            <a:off x="6762750" y="3619500"/>
            <a:ext cx="4476750" cy="438150"/>
          </a:xfrm>
          <a:prstGeom prst="rect">
            <a:avLst/>
          </a:prstGeom>
          <a:noFill/>
          <a:ln w="0">
            <a:noFill/>
            <a:prstDash val="solid"/>
          </a:ln>
        </p:spPr>
        <p:txBody>
          <a:bodyPr lIns="0" tIns="0" rIns="0" bIns="0"/>
          <a:lstStyle>
            <a:defPPr>
              <a:defRPr sz="1350" b="0">
                <a:solidFill>
                  <a:srgbClr val="65717D"/>
                </a:solidFill>
                <a:latin typeface="Arial"/>
                <a:ea typeface="Arial"/>
                <a:cs typeface="Arial"/>
              </a:defRPr>
            </a:defPPr>
            <a:lvl1pPr>
              <a:defRPr sz="1350" b="0">
                <a:solidFill>
                  <a:srgbClr val="65717D"/>
                </a:solidFill>
                <a:latin typeface="Arial"/>
                <a:ea typeface="Arial"/>
                <a:cs typeface="Arial"/>
              </a:defRPr>
            </a:lvl1pPr>
            <a:lvl2pPr>
              <a:defRPr sz="1350" b="0">
                <a:solidFill>
                  <a:srgbClr val="65717D"/>
                </a:solidFill>
                <a:latin typeface="Arial"/>
                <a:ea typeface="Arial"/>
                <a:cs typeface="Arial"/>
              </a:defRPr>
            </a:lvl2pPr>
            <a:lvl3pPr>
              <a:defRPr sz="1350" b="0">
                <a:solidFill>
                  <a:srgbClr val="65717D"/>
                </a:solidFill>
                <a:latin typeface="Arial"/>
                <a:ea typeface="Arial"/>
                <a:cs typeface="Arial"/>
              </a:defRPr>
            </a:lvl3pPr>
            <a:lvl4pPr>
              <a:defRPr sz="1350" b="0">
                <a:solidFill>
                  <a:srgbClr val="65717D"/>
                </a:solidFill>
                <a:latin typeface="Arial"/>
                <a:ea typeface="Arial"/>
                <a:cs typeface="Arial"/>
              </a:defRPr>
            </a:lvl4pPr>
            <a:lvl5pPr>
              <a:defRPr sz="1350" b="0">
                <a:solidFill>
                  <a:srgbClr val="65717D"/>
                </a:solidFill>
                <a:latin typeface="Arial"/>
                <a:ea typeface="Arial"/>
                <a:cs typeface="Arial"/>
              </a:defRPr>
            </a:lvl5pPr>
            <a:lvl6pPr>
              <a:defRPr sz="1350" b="0">
                <a:solidFill>
                  <a:srgbClr val="65717D"/>
                </a:solidFill>
                <a:latin typeface="Arial"/>
                <a:ea typeface="Arial"/>
                <a:cs typeface="Arial"/>
              </a:defRPr>
            </a:lvl6pPr>
            <a:lvl7pPr>
              <a:defRPr sz="1350" b="0">
                <a:solidFill>
                  <a:srgbClr val="65717D"/>
                </a:solidFill>
                <a:latin typeface="Arial"/>
                <a:ea typeface="Arial"/>
                <a:cs typeface="Arial"/>
              </a:defRPr>
            </a:lvl7pPr>
            <a:lvl8pPr>
              <a:defRPr sz="1350" b="0">
                <a:solidFill>
                  <a:srgbClr val="65717D"/>
                </a:solidFill>
                <a:latin typeface="Arial"/>
                <a:ea typeface="Arial"/>
                <a:cs typeface="Arial"/>
              </a:defRPr>
            </a:lvl8pPr>
            <a:lvl9pPr>
              <a:defRPr sz="1350" b="0">
                <a:solidFill>
                  <a:srgbClr val="65717D"/>
                </a:solidFill>
                <a:latin typeface="Arial"/>
                <a:ea typeface="Arial"/>
                <a:cs typeface="Arial"/>
              </a:defRPr>
            </a:lvl9pPr>
          </a:lstStyle>
          <a:p>
            <a:pPr>
              <a:defRPr sz="1350" b="0">
                <a:solidFill>
                  <a:srgbClr val="65717D"/>
                </a:solidFill>
                <a:latin typeface="Arial"/>
                <a:ea typeface="Arial"/>
                <a:cs typeface="Arial"/>
              </a:defRPr>
            </a:pPr>
            <a:r>
              <a:rPr sz="1350" b="0">
                <a:solidFill>
                  <a:srgbClr val="65717D"/>
                </a:solidFill>
                <a:latin typeface="Arial"/>
                <a:ea typeface="Arial"/>
                <a:cs typeface="Arial"/>
              </a:rPr>
              <a:t>Sản phẩm, màu, size và số lượng</a:t>
            </a:r>
          </a:p>
        </p:txBody>
      </p:sp>
      <p:sp>
        <p:nvSpPr>
          <p:cNvPr id="16" name="Rectangle 15">
            <a:extLst>
              <a:ext uri="{FF2B5EF4-FFF2-40B4-BE49-F238E27FC236}">
                <a16:creationId xmlns:a16="http://schemas.microsoft.com/office/drawing/2014/main" id="{4E1D6CB0-D2FA-46D8-8470-57B012E80879}"/>
              </a:ext>
            </a:extLst>
          </p:cNvPr>
          <p:cNvSpPr>
            <a:spLocks noGrp="1"/>
          </p:cNvSpPr>
          <p:nvPr/>
        </p:nvSpPr>
        <p:spPr>
          <a:xfrm>
            <a:off x="6115050" y="4086225"/>
            <a:ext cx="5143500" cy="9525"/>
          </a:xfrm>
          <a:prstGeom prst="rect">
            <a:avLst/>
          </a:prstGeom>
          <a:solidFill>
            <a:srgbClr val="D9D8D0"/>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D4999318-7FEC-45F9-B888-EAFB246EA727}"/>
              </a:ext>
            </a:extLst>
          </p:cNvPr>
          <p:cNvSpPr>
            <a:spLocks noGrp="1"/>
          </p:cNvSpPr>
          <p:nvPr/>
        </p:nvSpPr>
        <p:spPr>
          <a:xfrm>
            <a:off x="6115050" y="4362450"/>
            <a:ext cx="514350" cy="28575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03</a:t>
            </a:r>
          </a:p>
        </p:txBody>
      </p:sp>
      <p:sp>
        <p:nvSpPr>
          <p:cNvPr id="18" name="Rectangle 17">
            <a:extLst>
              <a:ext uri="{FF2B5EF4-FFF2-40B4-BE49-F238E27FC236}">
                <a16:creationId xmlns:a16="http://schemas.microsoft.com/office/drawing/2014/main" id="{37605F16-3BD6-4754-BD9D-CB7F90DA6634}"/>
              </a:ext>
            </a:extLst>
          </p:cNvPr>
          <p:cNvSpPr>
            <a:spLocks noGrp="1"/>
          </p:cNvSpPr>
          <p:nvPr/>
        </p:nvSpPr>
        <p:spPr>
          <a:xfrm>
            <a:off x="6762750" y="4343400"/>
            <a:ext cx="3524250" cy="3238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Dữ liệu có khớp không?</a:t>
            </a:r>
          </a:p>
        </p:txBody>
      </p:sp>
      <p:sp>
        <p:nvSpPr>
          <p:cNvPr id="19" name="Rectangle 18">
            <a:extLst>
              <a:ext uri="{FF2B5EF4-FFF2-40B4-BE49-F238E27FC236}">
                <a16:creationId xmlns:a16="http://schemas.microsoft.com/office/drawing/2014/main" id="{3F250856-66D5-4D94-BD73-63659B234E83}"/>
              </a:ext>
            </a:extLst>
          </p:cNvPr>
          <p:cNvSpPr>
            <a:spLocks noGrp="1"/>
          </p:cNvSpPr>
          <p:nvPr/>
        </p:nvSpPr>
        <p:spPr>
          <a:xfrm>
            <a:off x="6762750" y="4724400"/>
            <a:ext cx="4476750" cy="438150"/>
          </a:xfrm>
          <a:prstGeom prst="rect">
            <a:avLst/>
          </a:prstGeom>
          <a:noFill/>
          <a:ln w="0">
            <a:noFill/>
            <a:prstDash val="solid"/>
          </a:ln>
        </p:spPr>
        <p:txBody>
          <a:bodyPr lIns="0" tIns="0" rIns="0" bIns="0"/>
          <a:lstStyle>
            <a:defPPr>
              <a:defRPr sz="1350" b="0">
                <a:solidFill>
                  <a:srgbClr val="65717D"/>
                </a:solidFill>
                <a:latin typeface="Arial"/>
                <a:ea typeface="Arial"/>
                <a:cs typeface="Arial"/>
              </a:defRPr>
            </a:defPPr>
            <a:lvl1pPr>
              <a:defRPr sz="1350" b="0">
                <a:solidFill>
                  <a:srgbClr val="65717D"/>
                </a:solidFill>
                <a:latin typeface="Arial"/>
                <a:ea typeface="Arial"/>
                <a:cs typeface="Arial"/>
              </a:defRPr>
            </a:lvl1pPr>
            <a:lvl2pPr>
              <a:defRPr sz="1350" b="0">
                <a:solidFill>
                  <a:srgbClr val="65717D"/>
                </a:solidFill>
                <a:latin typeface="Arial"/>
                <a:ea typeface="Arial"/>
                <a:cs typeface="Arial"/>
              </a:defRPr>
            </a:lvl2pPr>
            <a:lvl3pPr>
              <a:defRPr sz="1350" b="0">
                <a:solidFill>
                  <a:srgbClr val="65717D"/>
                </a:solidFill>
                <a:latin typeface="Arial"/>
                <a:ea typeface="Arial"/>
                <a:cs typeface="Arial"/>
              </a:defRPr>
            </a:lvl3pPr>
            <a:lvl4pPr>
              <a:defRPr sz="1350" b="0">
                <a:solidFill>
                  <a:srgbClr val="65717D"/>
                </a:solidFill>
                <a:latin typeface="Arial"/>
                <a:ea typeface="Arial"/>
                <a:cs typeface="Arial"/>
              </a:defRPr>
            </a:lvl4pPr>
            <a:lvl5pPr>
              <a:defRPr sz="1350" b="0">
                <a:solidFill>
                  <a:srgbClr val="65717D"/>
                </a:solidFill>
                <a:latin typeface="Arial"/>
                <a:ea typeface="Arial"/>
                <a:cs typeface="Arial"/>
              </a:defRPr>
            </a:lvl5pPr>
            <a:lvl6pPr>
              <a:defRPr sz="1350" b="0">
                <a:solidFill>
                  <a:srgbClr val="65717D"/>
                </a:solidFill>
                <a:latin typeface="Arial"/>
                <a:ea typeface="Arial"/>
                <a:cs typeface="Arial"/>
              </a:defRPr>
            </a:lvl6pPr>
            <a:lvl7pPr>
              <a:defRPr sz="1350" b="0">
                <a:solidFill>
                  <a:srgbClr val="65717D"/>
                </a:solidFill>
                <a:latin typeface="Arial"/>
                <a:ea typeface="Arial"/>
                <a:cs typeface="Arial"/>
              </a:defRPr>
            </a:lvl7pPr>
            <a:lvl8pPr>
              <a:defRPr sz="1350" b="0">
                <a:solidFill>
                  <a:srgbClr val="65717D"/>
                </a:solidFill>
                <a:latin typeface="Arial"/>
                <a:ea typeface="Arial"/>
                <a:cs typeface="Arial"/>
              </a:defRPr>
            </a:lvl8pPr>
            <a:lvl9pPr>
              <a:defRPr sz="1350" b="0">
                <a:solidFill>
                  <a:srgbClr val="65717D"/>
                </a:solidFill>
                <a:latin typeface="Arial"/>
                <a:ea typeface="Arial"/>
                <a:cs typeface="Arial"/>
              </a:defRPr>
            </a:lvl9pPr>
          </a:lstStyle>
          <a:p>
            <a:pPr>
              <a:defRPr sz="1350" b="0">
                <a:solidFill>
                  <a:srgbClr val="65717D"/>
                </a:solidFill>
                <a:latin typeface="Arial"/>
                <a:ea typeface="Arial"/>
                <a:cs typeface="Arial"/>
              </a:defRPr>
            </a:pPr>
            <a:r>
              <a:rPr sz="1350" b="0">
                <a:solidFill>
                  <a:srgbClr val="65717D"/>
                </a:solidFill>
                <a:latin typeface="Arial"/>
                <a:ea typeface="Arial"/>
                <a:cs typeface="Arial"/>
              </a:rPr>
              <a:t>SKU, giá và tồn kho trong catalog</a:t>
            </a:r>
          </a:p>
        </p:txBody>
      </p:sp>
      <p:sp>
        <p:nvSpPr>
          <p:cNvPr id="20" name="Rectangle 19">
            <a:extLst>
              <a:ext uri="{FF2B5EF4-FFF2-40B4-BE49-F238E27FC236}">
                <a16:creationId xmlns:a16="http://schemas.microsoft.com/office/drawing/2014/main" id="{3BD12095-4E89-4F96-B009-ED487C1121D5}"/>
              </a:ext>
            </a:extLst>
          </p:cNvPr>
          <p:cNvSpPr>
            <a:spLocks noGrp="1"/>
          </p:cNvSpPr>
          <p:nvPr/>
        </p:nvSpPr>
        <p:spPr>
          <a:xfrm>
            <a:off x="6115050" y="5524500"/>
            <a:ext cx="5143500" cy="400050"/>
          </a:xfrm>
          <a:prstGeom prst="rect">
            <a:avLst/>
          </a:prstGeom>
          <a:noFill/>
          <a:ln w="0">
            <a:noFill/>
            <a:prstDash val="solid"/>
          </a:ln>
        </p:spPr>
        <p:txBody>
          <a:bodyPr lIns="0" tIns="0" rIns="0" bIns="0"/>
          <a:lstStyle>
            <a:defPPr>
              <a:defRPr sz="1425" b="1">
                <a:solidFill>
                  <a:srgbClr val="2A7B78"/>
                </a:solidFill>
                <a:latin typeface="Arial"/>
                <a:ea typeface="Arial"/>
                <a:cs typeface="Arial"/>
              </a:defRPr>
            </a:defPPr>
            <a:lvl1pPr>
              <a:defRPr sz="1425" b="1">
                <a:solidFill>
                  <a:srgbClr val="2A7B78"/>
                </a:solidFill>
                <a:latin typeface="Arial"/>
                <a:ea typeface="Arial"/>
                <a:cs typeface="Arial"/>
              </a:defRPr>
            </a:lvl1pPr>
            <a:lvl2pPr>
              <a:defRPr sz="1425" b="1">
                <a:solidFill>
                  <a:srgbClr val="2A7B78"/>
                </a:solidFill>
                <a:latin typeface="Arial"/>
                <a:ea typeface="Arial"/>
                <a:cs typeface="Arial"/>
              </a:defRPr>
            </a:lvl2pPr>
            <a:lvl3pPr>
              <a:defRPr sz="1425" b="1">
                <a:solidFill>
                  <a:srgbClr val="2A7B78"/>
                </a:solidFill>
                <a:latin typeface="Arial"/>
                <a:ea typeface="Arial"/>
                <a:cs typeface="Arial"/>
              </a:defRPr>
            </a:lvl3pPr>
            <a:lvl4pPr>
              <a:defRPr sz="1425" b="1">
                <a:solidFill>
                  <a:srgbClr val="2A7B78"/>
                </a:solidFill>
                <a:latin typeface="Arial"/>
                <a:ea typeface="Arial"/>
                <a:cs typeface="Arial"/>
              </a:defRPr>
            </a:lvl4pPr>
            <a:lvl5pPr>
              <a:defRPr sz="1425" b="1">
                <a:solidFill>
                  <a:srgbClr val="2A7B78"/>
                </a:solidFill>
                <a:latin typeface="Arial"/>
                <a:ea typeface="Arial"/>
                <a:cs typeface="Arial"/>
              </a:defRPr>
            </a:lvl5pPr>
            <a:lvl6pPr>
              <a:defRPr sz="1425" b="1">
                <a:solidFill>
                  <a:srgbClr val="2A7B78"/>
                </a:solidFill>
                <a:latin typeface="Arial"/>
                <a:ea typeface="Arial"/>
                <a:cs typeface="Arial"/>
              </a:defRPr>
            </a:lvl6pPr>
            <a:lvl7pPr>
              <a:defRPr sz="1425" b="1">
                <a:solidFill>
                  <a:srgbClr val="2A7B78"/>
                </a:solidFill>
                <a:latin typeface="Arial"/>
                <a:ea typeface="Arial"/>
                <a:cs typeface="Arial"/>
              </a:defRPr>
            </a:lvl7pPr>
            <a:lvl8pPr>
              <a:defRPr sz="1425" b="1">
                <a:solidFill>
                  <a:srgbClr val="2A7B78"/>
                </a:solidFill>
                <a:latin typeface="Arial"/>
                <a:ea typeface="Arial"/>
                <a:cs typeface="Arial"/>
              </a:defRPr>
            </a:lvl8pPr>
            <a:lvl9pPr>
              <a:defRPr sz="1425" b="1">
                <a:solidFill>
                  <a:srgbClr val="2A7B78"/>
                </a:solidFill>
                <a:latin typeface="Arial"/>
                <a:ea typeface="Arial"/>
                <a:cs typeface="Arial"/>
              </a:defRPr>
            </a:lvl9pPr>
          </a:lstStyle>
          <a:p>
            <a:pPr>
              <a:defRPr sz="1425" b="1">
                <a:solidFill>
                  <a:srgbClr val="2A7B78"/>
                </a:solidFill>
                <a:latin typeface="Arial"/>
                <a:ea typeface="Arial"/>
                <a:cs typeface="Arial"/>
              </a:defRPr>
            </a:pPr>
            <a:r>
              <a:rPr lang="en-US" sz="1425" b="1" dirty="0" err="1">
                <a:solidFill>
                  <a:srgbClr val="2A7B78"/>
                </a:solidFill>
                <a:latin typeface="Arial"/>
                <a:ea typeface="Arial"/>
                <a:cs typeface="Arial"/>
              </a:rPr>
              <a:t>Hệ</a:t>
            </a:r>
            <a:r>
              <a:rPr lang="en-US" sz="1425" b="1" dirty="0">
                <a:solidFill>
                  <a:srgbClr val="2A7B78"/>
                </a:solidFill>
                <a:latin typeface="Arial"/>
                <a:ea typeface="Arial"/>
                <a:cs typeface="Arial"/>
              </a:rPr>
              <a:t> </a:t>
            </a:r>
            <a:r>
              <a:rPr lang="en-US" sz="1425" b="1" dirty="0" err="1">
                <a:solidFill>
                  <a:srgbClr val="2A7B78"/>
                </a:solidFill>
                <a:latin typeface="Arial"/>
                <a:ea typeface="Arial"/>
                <a:cs typeface="Arial"/>
              </a:rPr>
              <a:t>thống</a:t>
            </a:r>
            <a:r>
              <a:rPr lang="en-US" sz="1425" b="1" dirty="0">
                <a:solidFill>
                  <a:srgbClr val="2A7B78"/>
                </a:solidFill>
                <a:latin typeface="Arial"/>
                <a:ea typeface="Arial"/>
                <a:cs typeface="Arial"/>
              </a:rPr>
              <a:t> </a:t>
            </a:r>
            <a:r>
              <a:rPr lang="en-US" sz="1425" b="1" dirty="0" err="1">
                <a:solidFill>
                  <a:srgbClr val="2A7B78"/>
                </a:solidFill>
                <a:latin typeface="Arial"/>
                <a:ea typeface="Arial"/>
                <a:cs typeface="Arial"/>
              </a:rPr>
              <a:t>hỏi</a:t>
            </a:r>
            <a:r>
              <a:rPr lang="en-US" sz="1425" b="1" dirty="0">
                <a:solidFill>
                  <a:srgbClr val="2A7B78"/>
                </a:solidFill>
                <a:latin typeface="Arial"/>
                <a:ea typeface="Arial"/>
                <a:cs typeface="Arial"/>
              </a:rPr>
              <a:t> them </a:t>
            </a:r>
            <a:r>
              <a:rPr lang="en-US" sz="1425" b="1" dirty="0" err="1">
                <a:solidFill>
                  <a:srgbClr val="2A7B78"/>
                </a:solidFill>
                <a:latin typeface="Arial"/>
                <a:ea typeface="Arial"/>
                <a:cs typeface="Arial"/>
              </a:rPr>
              <a:t>thông</a:t>
            </a:r>
            <a:r>
              <a:rPr lang="en-US" sz="1425" b="1" dirty="0">
                <a:solidFill>
                  <a:srgbClr val="2A7B78"/>
                </a:solidFill>
                <a:latin typeface="Arial"/>
                <a:ea typeface="Arial"/>
                <a:cs typeface="Arial"/>
              </a:rPr>
              <a:t> tin </a:t>
            </a:r>
            <a:r>
              <a:rPr lang="en-US" sz="1425" b="1" dirty="0" err="1">
                <a:solidFill>
                  <a:srgbClr val="2A7B78"/>
                </a:solidFill>
                <a:latin typeface="Arial"/>
                <a:ea typeface="Arial"/>
                <a:cs typeface="Arial"/>
              </a:rPr>
              <a:t>cần</a:t>
            </a:r>
            <a:r>
              <a:rPr lang="en-US" sz="1425" b="1" dirty="0">
                <a:solidFill>
                  <a:srgbClr val="2A7B78"/>
                </a:solidFill>
                <a:latin typeface="Arial"/>
                <a:ea typeface="Arial"/>
                <a:cs typeface="Arial"/>
              </a:rPr>
              <a:t> </a:t>
            </a:r>
            <a:r>
              <a:rPr lang="en-US" sz="1425" b="1" dirty="0" err="1">
                <a:solidFill>
                  <a:srgbClr val="2A7B78"/>
                </a:solidFill>
                <a:latin typeface="Arial"/>
                <a:ea typeface="Arial"/>
                <a:cs typeface="Arial"/>
              </a:rPr>
              <a:t>thiết</a:t>
            </a:r>
            <a:r>
              <a:rPr lang="en-US" sz="1425" b="1" dirty="0">
                <a:solidFill>
                  <a:srgbClr val="2A7B78"/>
                </a:solidFill>
                <a:latin typeface="Arial"/>
                <a:ea typeface="Arial"/>
                <a:cs typeface="Arial"/>
              </a:rPr>
              <a:t> </a:t>
            </a:r>
            <a:r>
              <a:rPr lang="en-US" sz="1425" b="1" dirty="0" err="1">
                <a:solidFill>
                  <a:srgbClr val="2A7B78"/>
                </a:solidFill>
                <a:latin typeface="Arial"/>
                <a:ea typeface="Arial"/>
                <a:cs typeface="Arial"/>
              </a:rPr>
              <a:t>từ</a:t>
            </a:r>
            <a:r>
              <a:rPr lang="en-US" sz="1425" b="1" dirty="0">
                <a:solidFill>
                  <a:srgbClr val="2A7B78"/>
                </a:solidFill>
                <a:latin typeface="Arial"/>
                <a:ea typeface="Arial"/>
                <a:cs typeface="Arial"/>
              </a:rPr>
              <a:t> user </a:t>
            </a:r>
            <a:r>
              <a:rPr lang="en-US" sz="1425" b="1" dirty="0" err="1">
                <a:solidFill>
                  <a:srgbClr val="2A7B78"/>
                </a:solidFill>
                <a:latin typeface="Arial"/>
                <a:ea typeface="Arial"/>
                <a:cs typeface="Arial"/>
              </a:rPr>
              <a:t>nếu</a:t>
            </a:r>
            <a:r>
              <a:rPr lang="en-US" sz="1425" b="1" dirty="0">
                <a:solidFill>
                  <a:srgbClr val="2A7B78"/>
                </a:solidFill>
                <a:latin typeface="Arial"/>
                <a:ea typeface="Arial"/>
                <a:cs typeface="Arial"/>
              </a:rPr>
              <a:t> </a:t>
            </a:r>
            <a:r>
              <a:rPr lang="en-US" sz="1425" b="1" dirty="0" err="1">
                <a:solidFill>
                  <a:srgbClr val="2A7B78"/>
                </a:solidFill>
                <a:latin typeface="Arial"/>
                <a:ea typeface="Arial"/>
                <a:cs typeface="Arial"/>
              </a:rPr>
              <a:t>thiếu</a:t>
            </a:r>
            <a:r>
              <a:rPr lang="en-US" sz="1425" b="1" dirty="0">
                <a:solidFill>
                  <a:srgbClr val="2A7B78"/>
                </a:solidFill>
                <a:latin typeface="Arial"/>
                <a:ea typeface="Arial"/>
                <a:cs typeface="Arial"/>
              </a:rPr>
              <a:t>.</a:t>
            </a:r>
            <a:endParaRPr sz="1425" b="1" dirty="0">
              <a:solidFill>
                <a:srgbClr val="2A7B78"/>
              </a:solidFill>
              <a:latin typeface="Arial"/>
              <a:ea typeface="Arial"/>
              <a:cs typeface="Arial"/>
            </a:endParaRPr>
          </a:p>
        </p:txBody>
      </p:sp>
    </p:spTree>
    <p:extLst>
      <p:ext uri="{BB962C8B-B14F-4D97-AF65-F5344CB8AC3E}">
        <p14:creationId xmlns:p14="http://schemas.microsoft.com/office/powerpoint/2010/main" val="31144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30484AE-D02B-40EA-BAB5-6271412C8D86}"/>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RANH GIỚI TRÁCH NHIỆM</a:t>
            </a:r>
          </a:p>
        </p:txBody>
      </p:sp>
      <p:sp>
        <p:nvSpPr>
          <p:cNvPr id="2" name="Rectangle 1">
            <a:extLst>
              <a:ext uri="{FF2B5EF4-FFF2-40B4-BE49-F238E27FC236}">
                <a16:creationId xmlns:a16="http://schemas.microsoft.com/office/drawing/2014/main" id="{AF1C2A61-16CD-436A-9D99-3D3BF7018BAD}"/>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lang="en-US" sz="2700" b="1" dirty="0" err="1">
                <a:solidFill>
                  <a:srgbClr val="182637"/>
                </a:solidFill>
                <a:latin typeface="Arial"/>
                <a:ea typeface="Arial"/>
                <a:cs typeface="Arial"/>
              </a:rPr>
              <a:t>Xử</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lý</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yêu</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cầu</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và</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đưa</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ra</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quyết</a:t>
            </a:r>
            <a:r>
              <a:rPr lang="en-US" sz="2700" b="1" dirty="0">
                <a:solidFill>
                  <a:srgbClr val="182637"/>
                </a:solidFill>
                <a:latin typeface="Arial"/>
                <a:ea typeface="Arial"/>
                <a:cs typeface="Arial"/>
              </a:rPr>
              <a:t> </a:t>
            </a:r>
            <a:r>
              <a:rPr lang="en-US" sz="2700" b="1" dirty="0" err="1">
                <a:solidFill>
                  <a:srgbClr val="182637"/>
                </a:solidFill>
                <a:latin typeface="Arial"/>
                <a:ea typeface="Arial"/>
                <a:cs typeface="Arial"/>
              </a:rPr>
              <a:t>định</a:t>
            </a:r>
            <a:endParaRPr sz="2700" b="1" dirty="0">
              <a:solidFill>
                <a:srgbClr val="182637"/>
              </a:solidFill>
              <a:latin typeface="Arial"/>
              <a:ea typeface="Arial"/>
              <a:cs typeface="Arial"/>
            </a:endParaRPr>
          </a:p>
        </p:txBody>
      </p:sp>
      <p:sp>
        <p:nvSpPr>
          <p:cNvPr id="3" name="Rectangle 2">
            <a:extLst>
              <a:ext uri="{FF2B5EF4-FFF2-40B4-BE49-F238E27FC236}">
                <a16:creationId xmlns:a16="http://schemas.microsoft.com/office/drawing/2014/main" id="{7AD84A10-53A8-4229-B939-FA927D88AC21}"/>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FCA4E17A-E136-4A40-9BF4-60CBF4F6206E}"/>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03</a:t>
            </a:r>
          </a:p>
        </p:txBody>
      </p:sp>
      <p:sp>
        <p:nvSpPr>
          <p:cNvPr id="5" name="Rectangle: Rounded Corners 4">
            <a:extLst>
              <a:ext uri="{FF2B5EF4-FFF2-40B4-BE49-F238E27FC236}">
                <a16:creationId xmlns:a16="http://schemas.microsoft.com/office/drawing/2014/main" id="{9BDA3779-902D-4A34-BAA8-B23BDD7F97E9}"/>
              </a:ext>
            </a:extLst>
          </p:cNvPr>
          <p:cNvSpPr>
            <a:spLocks noGrp="1"/>
          </p:cNvSpPr>
          <p:nvPr/>
        </p:nvSpPr>
        <p:spPr>
          <a:xfrm>
            <a:off x="685800" y="2000250"/>
            <a:ext cx="4705350" cy="3143250"/>
          </a:xfrm>
          <a:prstGeom prst="roundRect">
            <a:avLst>
              <a:gd name="adj" fmla="val 5455"/>
            </a:avLst>
          </a:prstGeom>
          <a:solidFill>
            <a:srgbClr val="E7EEF2"/>
          </a:solidFill>
          <a:ln w="0">
            <a:noFill/>
            <a:prstDash val="solid"/>
          </a:ln>
        </p:spPr>
        <p:txBody>
          <a:bodyPr/>
          <a:lstStyle/>
          <a:p>
            <a:endParaRPr lang="en-US"/>
          </a:p>
        </p:txBody>
      </p:sp>
      <p:sp>
        <p:nvSpPr>
          <p:cNvPr id="6" name="Rectangle: Rounded Corners 5">
            <a:extLst>
              <a:ext uri="{FF2B5EF4-FFF2-40B4-BE49-F238E27FC236}">
                <a16:creationId xmlns:a16="http://schemas.microsoft.com/office/drawing/2014/main" id="{0D7D6D0D-528F-456D-A955-EA67465682C9}"/>
              </a:ext>
            </a:extLst>
          </p:cNvPr>
          <p:cNvSpPr>
            <a:spLocks noGrp="1"/>
          </p:cNvSpPr>
          <p:nvPr/>
        </p:nvSpPr>
        <p:spPr>
          <a:xfrm>
            <a:off x="6800850" y="2000250"/>
            <a:ext cx="4705350" cy="3143250"/>
          </a:xfrm>
          <a:prstGeom prst="roundRect">
            <a:avLst>
              <a:gd name="adj" fmla="val 5455"/>
            </a:avLst>
          </a:prstGeom>
          <a:solidFill>
            <a:srgbClr val="E4F0ED"/>
          </a:solidFill>
          <a:ln w="0">
            <a:noFill/>
            <a:prstDash val="solid"/>
          </a:ln>
        </p:spPr>
        <p:txBody>
          <a:bodyPr/>
          <a:lstStyle/>
          <a:p>
            <a:endParaRPr lang="en-US"/>
          </a:p>
        </p:txBody>
      </p:sp>
      <p:sp>
        <p:nvSpPr>
          <p:cNvPr id="7" name="Rectangle 6">
            <a:extLst>
              <a:ext uri="{FF2B5EF4-FFF2-40B4-BE49-F238E27FC236}">
                <a16:creationId xmlns:a16="http://schemas.microsoft.com/office/drawing/2014/main" id="{FB6D4C20-8C8A-45A9-8D16-9697F4527E04}"/>
              </a:ext>
            </a:extLst>
          </p:cNvPr>
          <p:cNvSpPr>
            <a:spLocks noGrp="1"/>
          </p:cNvSpPr>
          <p:nvPr/>
        </p:nvSpPr>
        <p:spPr>
          <a:xfrm>
            <a:off x="990600" y="2324100"/>
            <a:ext cx="3810000" cy="190500"/>
          </a:xfrm>
          <a:prstGeom prst="rect">
            <a:avLst/>
          </a:prstGeom>
          <a:noFill/>
          <a:ln w="0">
            <a:noFill/>
            <a:prstDash val="solid"/>
          </a:ln>
        </p:spPr>
        <p:txBody>
          <a:bodyPr lIns="0" tIns="0" rIns="0" bIns="0"/>
          <a:lstStyle>
            <a:defPPr>
              <a:defRPr sz="975" b="1">
                <a:solidFill>
                  <a:srgbClr val="315B79"/>
                </a:solidFill>
                <a:latin typeface="Arial"/>
                <a:ea typeface="Arial"/>
                <a:cs typeface="Arial"/>
              </a:defRPr>
            </a:defPPr>
            <a:lvl1pPr>
              <a:defRPr sz="975" b="1">
                <a:solidFill>
                  <a:srgbClr val="315B79"/>
                </a:solidFill>
                <a:latin typeface="Arial"/>
                <a:ea typeface="Arial"/>
                <a:cs typeface="Arial"/>
              </a:defRPr>
            </a:lvl1pPr>
            <a:lvl2pPr>
              <a:defRPr sz="975" b="1">
                <a:solidFill>
                  <a:srgbClr val="315B79"/>
                </a:solidFill>
                <a:latin typeface="Arial"/>
                <a:ea typeface="Arial"/>
                <a:cs typeface="Arial"/>
              </a:defRPr>
            </a:lvl2pPr>
            <a:lvl3pPr>
              <a:defRPr sz="975" b="1">
                <a:solidFill>
                  <a:srgbClr val="315B79"/>
                </a:solidFill>
                <a:latin typeface="Arial"/>
                <a:ea typeface="Arial"/>
                <a:cs typeface="Arial"/>
              </a:defRPr>
            </a:lvl3pPr>
            <a:lvl4pPr>
              <a:defRPr sz="975" b="1">
                <a:solidFill>
                  <a:srgbClr val="315B79"/>
                </a:solidFill>
                <a:latin typeface="Arial"/>
                <a:ea typeface="Arial"/>
                <a:cs typeface="Arial"/>
              </a:defRPr>
            </a:lvl4pPr>
            <a:lvl5pPr>
              <a:defRPr sz="975" b="1">
                <a:solidFill>
                  <a:srgbClr val="315B79"/>
                </a:solidFill>
                <a:latin typeface="Arial"/>
                <a:ea typeface="Arial"/>
                <a:cs typeface="Arial"/>
              </a:defRPr>
            </a:lvl5pPr>
            <a:lvl6pPr>
              <a:defRPr sz="975" b="1">
                <a:solidFill>
                  <a:srgbClr val="315B79"/>
                </a:solidFill>
                <a:latin typeface="Arial"/>
                <a:ea typeface="Arial"/>
                <a:cs typeface="Arial"/>
              </a:defRPr>
            </a:lvl6pPr>
            <a:lvl7pPr>
              <a:defRPr sz="975" b="1">
                <a:solidFill>
                  <a:srgbClr val="315B79"/>
                </a:solidFill>
                <a:latin typeface="Arial"/>
                <a:ea typeface="Arial"/>
                <a:cs typeface="Arial"/>
              </a:defRPr>
            </a:lvl7pPr>
            <a:lvl8pPr>
              <a:defRPr sz="975" b="1">
                <a:solidFill>
                  <a:srgbClr val="315B79"/>
                </a:solidFill>
                <a:latin typeface="Arial"/>
                <a:ea typeface="Arial"/>
                <a:cs typeface="Arial"/>
              </a:defRPr>
            </a:lvl8pPr>
            <a:lvl9pPr>
              <a:defRPr sz="975" b="1">
                <a:solidFill>
                  <a:srgbClr val="315B79"/>
                </a:solidFill>
                <a:latin typeface="Arial"/>
                <a:ea typeface="Arial"/>
                <a:cs typeface="Arial"/>
              </a:defRPr>
            </a:lvl9pPr>
          </a:lstStyle>
          <a:p>
            <a:pPr>
              <a:defRPr sz="975" b="1">
                <a:solidFill>
                  <a:srgbClr val="315B79"/>
                </a:solidFill>
                <a:latin typeface="Arial"/>
                <a:ea typeface="Arial"/>
                <a:cs typeface="Arial"/>
              </a:defRPr>
            </a:pPr>
            <a:r>
              <a:rPr sz="975" b="1">
                <a:solidFill>
                  <a:srgbClr val="315B79"/>
                </a:solidFill>
                <a:latin typeface="Arial"/>
                <a:ea typeface="Arial"/>
                <a:cs typeface="Arial"/>
              </a:rPr>
              <a:t>LLM / EXTRACTOR</a:t>
            </a:r>
          </a:p>
        </p:txBody>
      </p:sp>
      <p:sp>
        <p:nvSpPr>
          <p:cNvPr id="8" name="Rectangle 7">
            <a:extLst>
              <a:ext uri="{FF2B5EF4-FFF2-40B4-BE49-F238E27FC236}">
                <a16:creationId xmlns:a16="http://schemas.microsoft.com/office/drawing/2014/main" id="{8448DF76-4A86-448C-BF1C-1AD6773CB696}"/>
              </a:ext>
            </a:extLst>
          </p:cNvPr>
          <p:cNvSpPr>
            <a:spLocks noGrp="1"/>
          </p:cNvSpPr>
          <p:nvPr/>
        </p:nvSpPr>
        <p:spPr>
          <a:xfrm>
            <a:off x="990600" y="2705100"/>
            <a:ext cx="3943350" cy="419100"/>
          </a:xfrm>
          <a:prstGeom prst="rect">
            <a:avLst/>
          </a:prstGeom>
          <a:noFill/>
          <a:ln w="0">
            <a:noFill/>
            <a:prstDash val="solid"/>
          </a:ln>
        </p:spPr>
        <p:txBody>
          <a:bodyPr lIns="0" tIns="0" rIns="0" bIns="0"/>
          <a:lstStyle>
            <a:defPPr>
              <a:defRPr sz="1950" b="1">
                <a:solidFill>
                  <a:srgbClr val="182637"/>
                </a:solidFill>
                <a:latin typeface="Arial"/>
                <a:ea typeface="Arial"/>
                <a:cs typeface="Arial"/>
              </a:defRPr>
            </a:defPPr>
            <a:lvl1pPr>
              <a:defRPr sz="1950" b="1">
                <a:solidFill>
                  <a:srgbClr val="182637"/>
                </a:solidFill>
                <a:latin typeface="Arial"/>
                <a:ea typeface="Arial"/>
                <a:cs typeface="Arial"/>
              </a:defRPr>
            </a:lvl1pPr>
            <a:lvl2pPr>
              <a:defRPr sz="1950" b="1">
                <a:solidFill>
                  <a:srgbClr val="182637"/>
                </a:solidFill>
                <a:latin typeface="Arial"/>
                <a:ea typeface="Arial"/>
                <a:cs typeface="Arial"/>
              </a:defRPr>
            </a:lvl2pPr>
            <a:lvl3pPr>
              <a:defRPr sz="1950" b="1">
                <a:solidFill>
                  <a:srgbClr val="182637"/>
                </a:solidFill>
                <a:latin typeface="Arial"/>
                <a:ea typeface="Arial"/>
                <a:cs typeface="Arial"/>
              </a:defRPr>
            </a:lvl3pPr>
            <a:lvl4pPr>
              <a:defRPr sz="1950" b="1">
                <a:solidFill>
                  <a:srgbClr val="182637"/>
                </a:solidFill>
                <a:latin typeface="Arial"/>
                <a:ea typeface="Arial"/>
                <a:cs typeface="Arial"/>
              </a:defRPr>
            </a:lvl4pPr>
            <a:lvl5pPr>
              <a:defRPr sz="1950" b="1">
                <a:solidFill>
                  <a:srgbClr val="182637"/>
                </a:solidFill>
                <a:latin typeface="Arial"/>
                <a:ea typeface="Arial"/>
                <a:cs typeface="Arial"/>
              </a:defRPr>
            </a:lvl5pPr>
            <a:lvl6pPr>
              <a:defRPr sz="1950" b="1">
                <a:solidFill>
                  <a:srgbClr val="182637"/>
                </a:solidFill>
                <a:latin typeface="Arial"/>
                <a:ea typeface="Arial"/>
                <a:cs typeface="Arial"/>
              </a:defRPr>
            </a:lvl6pPr>
            <a:lvl7pPr>
              <a:defRPr sz="1950" b="1">
                <a:solidFill>
                  <a:srgbClr val="182637"/>
                </a:solidFill>
                <a:latin typeface="Arial"/>
                <a:ea typeface="Arial"/>
                <a:cs typeface="Arial"/>
              </a:defRPr>
            </a:lvl7pPr>
            <a:lvl8pPr>
              <a:defRPr sz="1950" b="1">
                <a:solidFill>
                  <a:srgbClr val="182637"/>
                </a:solidFill>
                <a:latin typeface="Arial"/>
                <a:ea typeface="Arial"/>
                <a:cs typeface="Arial"/>
              </a:defRPr>
            </a:lvl8pPr>
            <a:lvl9pPr>
              <a:defRPr sz="1950" b="1">
                <a:solidFill>
                  <a:srgbClr val="182637"/>
                </a:solidFill>
                <a:latin typeface="Arial"/>
                <a:ea typeface="Arial"/>
                <a:cs typeface="Arial"/>
              </a:defRPr>
            </a:lvl9pPr>
          </a:lstStyle>
          <a:p>
            <a:pPr>
              <a:defRPr sz="1950" b="1">
                <a:solidFill>
                  <a:srgbClr val="182637"/>
                </a:solidFill>
                <a:latin typeface="Arial"/>
                <a:ea typeface="Arial"/>
                <a:cs typeface="Arial"/>
              </a:defRPr>
            </a:pPr>
            <a:r>
              <a:rPr sz="1950" b="1">
                <a:solidFill>
                  <a:srgbClr val="182637"/>
                </a:solidFill>
                <a:latin typeface="Arial"/>
                <a:ea typeface="Arial"/>
                <a:cs typeface="Arial"/>
              </a:rPr>
              <a:t>LLM giúp hiểu câu chat</a:t>
            </a:r>
          </a:p>
        </p:txBody>
      </p:sp>
      <p:sp>
        <p:nvSpPr>
          <p:cNvPr id="9" name="Rectangle 8">
            <a:extLst>
              <a:ext uri="{FF2B5EF4-FFF2-40B4-BE49-F238E27FC236}">
                <a16:creationId xmlns:a16="http://schemas.microsoft.com/office/drawing/2014/main" id="{6F6A78E3-F091-4B51-B2AD-68D8A02EC340}"/>
              </a:ext>
            </a:extLst>
          </p:cNvPr>
          <p:cNvSpPr>
            <a:spLocks noGrp="1"/>
          </p:cNvSpPr>
          <p:nvPr/>
        </p:nvSpPr>
        <p:spPr>
          <a:xfrm>
            <a:off x="1028700" y="3409950"/>
            <a:ext cx="3905250" cy="3429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sz="1350" b="0">
                <a:solidFill>
                  <a:srgbClr val="182637"/>
                </a:solidFill>
                <a:latin typeface="Arial"/>
                <a:ea typeface="Arial"/>
                <a:cs typeface="Arial"/>
              </a:rPr>
              <a:t>Xác định khách đang hỏi hay đặt hàng</a:t>
            </a:r>
          </a:p>
        </p:txBody>
      </p:sp>
      <p:sp>
        <p:nvSpPr>
          <p:cNvPr id="10" name="Rectangle 9">
            <a:extLst>
              <a:ext uri="{FF2B5EF4-FFF2-40B4-BE49-F238E27FC236}">
                <a16:creationId xmlns:a16="http://schemas.microsoft.com/office/drawing/2014/main" id="{E0F82108-19EC-436D-822F-BEF105C2CBBF}"/>
              </a:ext>
            </a:extLst>
          </p:cNvPr>
          <p:cNvSpPr>
            <a:spLocks noGrp="1"/>
          </p:cNvSpPr>
          <p:nvPr/>
        </p:nvSpPr>
        <p:spPr>
          <a:xfrm>
            <a:off x="1028700" y="3867150"/>
            <a:ext cx="3905250" cy="3429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sz="1350" b="0">
                <a:solidFill>
                  <a:srgbClr val="182637"/>
                </a:solidFill>
                <a:latin typeface="Arial"/>
                <a:ea typeface="Arial"/>
                <a:cs typeface="Arial"/>
              </a:rPr>
              <a:t>Nhận diện sản phẩm, biến thể và số lượng</a:t>
            </a:r>
          </a:p>
        </p:txBody>
      </p:sp>
      <p:sp>
        <p:nvSpPr>
          <p:cNvPr id="11" name="Rectangle 10">
            <a:extLst>
              <a:ext uri="{FF2B5EF4-FFF2-40B4-BE49-F238E27FC236}">
                <a16:creationId xmlns:a16="http://schemas.microsoft.com/office/drawing/2014/main" id="{90A8C9F9-F129-433B-9C79-2BE4EB70BD39}"/>
              </a:ext>
            </a:extLst>
          </p:cNvPr>
          <p:cNvSpPr>
            <a:spLocks noGrp="1"/>
          </p:cNvSpPr>
          <p:nvPr/>
        </p:nvSpPr>
        <p:spPr>
          <a:xfrm>
            <a:off x="1028700" y="4324350"/>
            <a:ext cx="3905250" cy="3429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lang="en-US" sz="1350" b="0" dirty="0" err="1">
                <a:solidFill>
                  <a:srgbClr val="182637"/>
                </a:solidFill>
                <a:latin typeface="Arial"/>
                <a:ea typeface="Arial"/>
                <a:cs typeface="Arial"/>
              </a:rPr>
              <a:t>Nhận</a:t>
            </a:r>
            <a:r>
              <a:rPr lang="en-US" sz="1350" b="0" dirty="0">
                <a:solidFill>
                  <a:srgbClr val="182637"/>
                </a:solidFill>
                <a:latin typeface="Arial"/>
                <a:ea typeface="Arial"/>
                <a:cs typeface="Arial"/>
              </a:rPr>
              <a:t> </a:t>
            </a:r>
            <a:r>
              <a:rPr lang="en-US" sz="1350" b="0" dirty="0" err="1">
                <a:solidFill>
                  <a:srgbClr val="182637"/>
                </a:solidFill>
                <a:latin typeface="Arial"/>
                <a:ea typeface="Arial"/>
                <a:cs typeface="Arial"/>
              </a:rPr>
              <a:t>diện</a:t>
            </a:r>
            <a:r>
              <a:rPr sz="1350" b="0" dirty="0">
                <a:solidFill>
                  <a:srgbClr val="182637"/>
                </a:solidFill>
                <a:latin typeface="Arial"/>
                <a:ea typeface="Arial"/>
                <a:cs typeface="Arial"/>
              </a:rPr>
              <a:t> </a:t>
            </a:r>
            <a:r>
              <a:rPr sz="1350" b="0" dirty="0" err="1">
                <a:solidFill>
                  <a:srgbClr val="182637"/>
                </a:solidFill>
                <a:latin typeface="Arial"/>
                <a:ea typeface="Arial"/>
                <a:cs typeface="Arial"/>
              </a:rPr>
              <a:t>thông</a:t>
            </a:r>
            <a:r>
              <a:rPr sz="1350" b="0" dirty="0">
                <a:solidFill>
                  <a:srgbClr val="182637"/>
                </a:solidFill>
                <a:latin typeface="Arial"/>
                <a:ea typeface="Arial"/>
                <a:cs typeface="Arial"/>
              </a:rPr>
              <a:t> tin </a:t>
            </a:r>
            <a:r>
              <a:rPr sz="1350" b="0" dirty="0" err="1">
                <a:solidFill>
                  <a:srgbClr val="182637"/>
                </a:solidFill>
                <a:latin typeface="Arial"/>
                <a:ea typeface="Arial"/>
                <a:cs typeface="Arial"/>
              </a:rPr>
              <a:t>còn</a:t>
            </a:r>
            <a:r>
              <a:rPr sz="1350" b="0" dirty="0">
                <a:solidFill>
                  <a:srgbClr val="182637"/>
                </a:solidFill>
                <a:latin typeface="Arial"/>
                <a:ea typeface="Arial"/>
                <a:cs typeface="Arial"/>
              </a:rPr>
              <a:t> </a:t>
            </a:r>
            <a:r>
              <a:rPr sz="1350" b="0" dirty="0" err="1">
                <a:solidFill>
                  <a:srgbClr val="182637"/>
                </a:solidFill>
                <a:latin typeface="Arial"/>
                <a:ea typeface="Arial"/>
                <a:cs typeface="Arial"/>
              </a:rPr>
              <a:t>thiếu</a:t>
            </a:r>
            <a:endParaRPr sz="1350" b="0" dirty="0">
              <a:solidFill>
                <a:srgbClr val="182637"/>
              </a:solidFill>
              <a:latin typeface="Arial"/>
              <a:ea typeface="Arial"/>
              <a:cs typeface="Arial"/>
            </a:endParaRPr>
          </a:p>
        </p:txBody>
      </p:sp>
      <p:sp>
        <p:nvSpPr>
          <p:cNvPr id="12" name="Rectangle 11">
            <a:extLst>
              <a:ext uri="{FF2B5EF4-FFF2-40B4-BE49-F238E27FC236}">
                <a16:creationId xmlns:a16="http://schemas.microsoft.com/office/drawing/2014/main" id="{12A452F8-D7E2-4541-8553-D99DAB9D851D}"/>
              </a:ext>
            </a:extLst>
          </p:cNvPr>
          <p:cNvSpPr>
            <a:spLocks noGrp="1"/>
          </p:cNvSpPr>
          <p:nvPr/>
        </p:nvSpPr>
        <p:spPr>
          <a:xfrm>
            <a:off x="7105650" y="2324100"/>
            <a:ext cx="4095750" cy="190500"/>
          </a:xfrm>
          <a:prstGeom prst="rect">
            <a:avLst/>
          </a:prstGeom>
          <a:noFill/>
          <a:ln w="0">
            <a:noFill/>
            <a:prstDash val="solid"/>
          </a:ln>
        </p:spPr>
        <p:txBody>
          <a:bodyPr lIns="0" tIns="0" rIns="0" bIns="0"/>
          <a:lstStyle>
            <a:defPPr>
              <a:defRPr sz="975" b="1">
                <a:solidFill>
                  <a:srgbClr val="2A7B78"/>
                </a:solidFill>
                <a:latin typeface="Arial"/>
                <a:ea typeface="Arial"/>
                <a:cs typeface="Arial"/>
              </a:defRPr>
            </a:defPPr>
            <a:lvl1pPr>
              <a:defRPr sz="975" b="1">
                <a:solidFill>
                  <a:srgbClr val="2A7B78"/>
                </a:solidFill>
                <a:latin typeface="Arial"/>
                <a:ea typeface="Arial"/>
                <a:cs typeface="Arial"/>
              </a:defRPr>
            </a:lvl1pPr>
            <a:lvl2pPr>
              <a:defRPr sz="975" b="1">
                <a:solidFill>
                  <a:srgbClr val="2A7B78"/>
                </a:solidFill>
                <a:latin typeface="Arial"/>
                <a:ea typeface="Arial"/>
                <a:cs typeface="Arial"/>
              </a:defRPr>
            </a:lvl2pPr>
            <a:lvl3pPr>
              <a:defRPr sz="975" b="1">
                <a:solidFill>
                  <a:srgbClr val="2A7B78"/>
                </a:solidFill>
                <a:latin typeface="Arial"/>
                <a:ea typeface="Arial"/>
                <a:cs typeface="Arial"/>
              </a:defRPr>
            </a:lvl3pPr>
            <a:lvl4pPr>
              <a:defRPr sz="975" b="1">
                <a:solidFill>
                  <a:srgbClr val="2A7B78"/>
                </a:solidFill>
                <a:latin typeface="Arial"/>
                <a:ea typeface="Arial"/>
                <a:cs typeface="Arial"/>
              </a:defRPr>
            </a:lvl4pPr>
            <a:lvl5pPr>
              <a:defRPr sz="975" b="1">
                <a:solidFill>
                  <a:srgbClr val="2A7B78"/>
                </a:solidFill>
                <a:latin typeface="Arial"/>
                <a:ea typeface="Arial"/>
                <a:cs typeface="Arial"/>
              </a:defRPr>
            </a:lvl5pPr>
            <a:lvl6pPr>
              <a:defRPr sz="975" b="1">
                <a:solidFill>
                  <a:srgbClr val="2A7B78"/>
                </a:solidFill>
                <a:latin typeface="Arial"/>
                <a:ea typeface="Arial"/>
                <a:cs typeface="Arial"/>
              </a:defRPr>
            </a:lvl6pPr>
            <a:lvl7pPr>
              <a:defRPr sz="975" b="1">
                <a:solidFill>
                  <a:srgbClr val="2A7B78"/>
                </a:solidFill>
                <a:latin typeface="Arial"/>
                <a:ea typeface="Arial"/>
                <a:cs typeface="Arial"/>
              </a:defRPr>
            </a:lvl7pPr>
            <a:lvl8pPr>
              <a:defRPr sz="975" b="1">
                <a:solidFill>
                  <a:srgbClr val="2A7B78"/>
                </a:solidFill>
                <a:latin typeface="Arial"/>
                <a:ea typeface="Arial"/>
                <a:cs typeface="Arial"/>
              </a:defRPr>
            </a:lvl8pPr>
            <a:lvl9pPr>
              <a:defRPr sz="975" b="1">
                <a:solidFill>
                  <a:srgbClr val="2A7B78"/>
                </a:solidFill>
                <a:latin typeface="Arial"/>
                <a:ea typeface="Arial"/>
                <a:cs typeface="Arial"/>
              </a:defRPr>
            </a:lvl9pPr>
          </a:lstStyle>
          <a:p>
            <a:pPr>
              <a:defRPr sz="975" b="1">
                <a:solidFill>
                  <a:srgbClr val="2A7B78"/>
                </a:solidFill>
                <a:latin typeface="Arial"/>
                <a:ea typeface="Arial"/>
                <a:cs typeface="Arial"/>
              </a:defRPr>
            </a:pPr>
            <a:r>
              <a:rPr sz="975" b="1">
                <a:solidFill>
                  <a:srgbClr val="2A7B78"/>
                </a:solidFill>
                <a:latin typeface="Arial"/>
                <a:ea typeface="Arial"/>
                <a:cs typeface="Arial"/>
              </a:rPr>
              <a:t>FASTAPI / BUSINESS RULES</a:t>
            </a:r>
          </a:p>
        </p:txBody>
      </p:sp>
      <p:sp>
        <p:nvSpPr>
          <p:cNvPr id="13" name="Rectangle 12">
            <a:extLst>
              <a:ext uri="{FF2B5EF4-FFF2-40B4-BE49-F238E27FC236}">
                <a16:creationId xmlns:a16="http://schemas.microsoft.com/office/drawing/2014/main" id="{1B5837CC-455E-4E59-B9D0-0FDA4AA3C255}"/>
              </a:ext>
            </a:extLst>
          </p:cNvPr>
          <p:cNvSpPr>
            <a:spLocks noGrp="1"/>
          </p:cNvSpPr>
          <p:nvPr/>
        </p:nvSpPr>
        <p:spPr>
          <a:xfrm>
            <a:off x="7105650" y="2705100"/>
            <a:ext cx="4000500" cy="419100"/>
          </a:xfrm>
          <a:prstGeom prst="rect">
            <a:avLst/>
          </a:prstGeom>
          <a:noFill/>
          <a:ln w="0">
            <a:noFill/>
            <a:prstDash val="solid"/>
          </a:ln>
        </p:spPr>
        <p:txBody>
          <a:bodyPr lIns="0" tIns="0" rIns="0" bIns="0"/>
          <a:lstStyle>
            <a:defPPr>
              <a:defRPr sz="1950" b="1">
                <a:solidFill>
                  <a:srgbClr val="182637"/>
                </a:solidFill>
                <a:latin typeface="Arial"/>
                <a:ea typeface="Arial"/>
                <a:cs typeface="Arial"/>
              </a:defRPr>
            </a:defPPr>
            <a:lvl1pPr>
              <a:defRPr sz="1950" b="1">
                <a:solidFill>
                  <a:srgbClr val="182637"/>
                </a:solidFill>
                <a:latin typeface="Arial"/>
                <a:ea typeface="Arial"/>
                <a:cs typeface="Arial"/>
              </a:defRPr>
            </a:lvl1pPr>
            <a:lvl2pPr>
              <a:defRPr sz="1950" b="1">
                <a:solidFill>
                  <a:srgbClr val="182637"/>
                </a:solidFill>
                <a:latin typeface="Arial"/>
                <a:ea typeface="Arial"/>
                <a:cs typeface="Arial"/>
              </a:defRPr>
            </a:lvl2pPr>
            <a:lvl3pPr>
              <a:defRPr sz="1950" b="1">
                <a:solidFill>
                  <a:srgbClr val="182637"/>
                </a:solidFill>
                <a:latin typeface="Arial"/>
                <a:ea typeface="Arial"/>
                <a:cs typeface="Arial"/>
              </a:defRPr>
            </a:lvl3pPr>
            <a:lvl4pPr>
              <a:defRPr sz="1950" b="1">
                <a:solidFill>
                  <a:srgbClr val="182637"/>
                </a:solidFill>
                <a:latin typeface="Arial"/>
                <a:ea typeface="Arial"/>
                <a:cs typeface="Arial"/>
              </a:defRPr>
            </a:lvl4pPr>
            <a:lvl5pPr>
              <a:defRPr sz="1950" b="1">
                <a:solidFill>
                  <a:srgbClr val="182637"/>
                </a:solidFill>
                <a:latin typeface="Arial"/>
                <a:ea typeface="Arial"/>
                <a:cs typeface="Arial"/>
              </a:defRPr>
            </a:lvl5pPr>
            <a:lvl6pPr>
              <a:defRPr sz="1950" b="1">
                <a:solidFill>
                  <a:srgbClr val="182637"/>
                </a:solidFill>
                <a:latin typeface="Arial"/>
                <a:ea typeface="Arial"/>
                <a:cs typeface="Arial"/>
              </a:defRPr>
            </a:lvl6pPr>
            <a:lvl7pPr>
              <a:defRPr sz="1950" b="1">
                <a:solidFill>
                  <a:srgbClr val="182637"/>
                </a:solidFill>
                <a:latin typeface="Arial"/>
                <a:ea typeface="Arial"/>
                <a:cs typeface="Arial"/>
              </a:defRPr>
            </a:lvl7pPr>
            <a:lvl8pPr>
              <a:defRPr sz="1950" b="1">
                <a:solidFill>
                  <a:srgbClr val="182637"/>
                </a:solidFill>
                <a:latin typeface="Arial"/>
                <a:ea typeface="Arial"/>
                <a:cs typeface="Arial"/>
              </a:defRPr>
            </a:lvl8pPr>
            <a:lvl9pPr>
              <a:defRPr sz="1950" b="1">
                <a:solidFill>
                  <a:srgbClr val="182637"/>
                </a:solidFill>
                <a:latin typeface="Arial"/>
                <a:ea typeface="Arial"/>
                <a:cs typeface="Arial"/>
              </a:defRPr>
            </a:lvl9pPr>
          </a:lstStyle>
          <a:p>
            <a:pPr>
              <a:defRPr sz="1950" b="1">
                <a:solidFill>
                  <a:srgbClr val="182637"/>
                </a:solidFill>
                <a:latin typeface="Arial"/>
                <a:ea typeface="Arial"/>
                <a:cs typeface="Arial"/>
              </a:defRPr>
            </a:pPr>
            <a:r>
              <a:rPr sz="1950" b="1">
                <a:solidFill>
                  <a:srgbClr val="182637"/>
                </a:solidFill>
                <a:latin typeface="Arial"/>
                <a:ea typeface="Arial"/>
                <a:cs typeface="Arial"/>
              </a:rPr>
              <a:t>Backend xác minh dữ liệu</a:t>
            </a:r>
          </a:p>
        </p:txBody>
      </p:sp>
      <p:sp>
        <p:nvSpPr>
          <p:cNvPr id="14" name="Rectangle 13">
            <a:extLst>
              <a:ext uri="{FF2B5EF4-FFF2-40B4-BE49-F238E27FC236}">
                <a16:creationId xmlns:a16="http://schemas.microsoft.com/office/drawing/2014/main" id="{D1A9B24C-026E-40D3-A2D8-1B9FF21D43B1}"/>
              </a:ext>
            </a:extLst>
          </p:cNvPr>
          <p:cNvSpPr>
            <a:spLocks noGrp="1"/>
          </p:cNvSpPr>
          <p:nvPr/>
        </p:nvSpPr>
        <p:spPr>
          <a:xfrm>
            <a:off x="7143750" y="3409950"/>
            <a:ext cx="4000500" cy="3810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sz="1350" b="0">
                <a:solidFill>
                  <a:srgbClr val="182637"/>
                </a:solidFill>
                <a:latin typeface="Arial"/>
                <a:ea typeface="Arial"/>
                <a:cs typeface="Arial"/>
              </a:rPr>
              <a:t>Tìm SKU trong catalog</a:t>
            </a:r>
          </a:p>
        </p:txBody>
      </p:sp>
      <p:sp>
        <p:nvSpPr>
          <p:cNvPr id="15" name="Rectangle 14">
            <a:extLst>
              <a:ext uri="{FF2B5EF4-FFF2-40B4-BE49-F238E27FC236}">
                <a16:creationId xmlns:a16="http://schemas.microsoft.com/office/drawing/2014/main" id="{50A185E8-F9A6-46CA-90EB-583D217BB6C4}"/>
              </a:ext>
            </a:extLst>
          </p:cNvPr>
          <p:cNvSpPr>
            <a:spLocks noGrp="1"/>
          </p:cNvSpPr>
          <p:nvPr/>
        </p:nvSpPr>
        <p:spPr>
          <a:xfrm>
            <a:off x="7143750" y="3867150"/>
            <a:ext cx="4000500" cy="3810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sz="1350" b="0">
                <a:solidFill>
                  <a:srgbClr val="182637"/>
                </a:solidFill>
                <a:latin typeface="Arial"/>
                <a:ea typeface="Arial"/>
                <a:cs typeface="Arial"/>
              </a:rPr>
              <a:t>Đọc giá và kiểm tra tồn kho</a:t>
            </a:r>
          </a:p>
        </p:txBody>
      </p:sp>
      <p:sp>
        <p:nvSpPr>
          <p:cNvPr id="16" name="Rectangle 15">
            <a:extLst>
              <a:ext uri="{FF2B5EF4-FFF2-40B4-BE49-F238E27FC236}">
                <a16:creationId xmlns:a16="http://schemas.microsoft.com/office/drawing/2014/main" id="{60B8A40E-D9ED-4699-B929-EE7006FD4615}"/>
              </a:ext>
            </a:extLst>
          </p:cNvPr>
          <p:cNvSpPr>
            <a:spLocks noGrp="1"/>
          </p:cNvSpPr>
          <p:nvPr/>
        </p:nvSpPr>
        <p:spPr>
          <a:xfrm>
            <a:off x="7143750" y="4324350"/>
            <a:ext cx="4000500" cy="381000"/>
          </a:xfrm>
          <a:prstGeom prst="rect">
            <a:avLst/>
          </a:prstGeom>
          <a:noFill/>
          <a:ln w="0">
            <a:noFill/>
            <a:prstDash val="solid"/>
          </a:ln>
        </p:spPr>
        <p:txBody>
          <a:bodyPr lIns="0" tIns="0" rIns="0" bIns="0"/>
          <a:lstStyle>
            <a:defPPr>
              <a:defRPr sz="1350" b="0">
                <a:solidFill>
                  <a:srgbClr val="182637"/>
                </a:solidFill>
                <a:latin typeface="Arial"/>
                <a:ea typeface="Arial"/>
                <a:cs typeface="Arial"/>
              </a:defRPr>
            </a:defPPr>
            <a:lvl1pPr>
              <a:defRPr sz="1350" b="0">
                <a:solidFill>
                  <a:srgbClr val="182637"/>
                </a:solidFill>
                <a:latin typeface="Arial"/>
                <a:ea typeface="Arial"/>
                <a:cs typeface="Arial"/>
              </a:defRPr>
            </a:lvl1pPr>
            <a:lvl2pPr>
              <a:defRPr sz="1350" b="0">
                <a:solidFill>
                  <a:srgbClr val="182637"/>
                </a:solidFill>
                <a:latin typeface="Arial"/>
                <a:ea typeface="Arial"/>
                <a:cs typeface="Arial"/>
              </a:defRPr>
            </a:lvl2pPr>
            <a:lvl3pPr>
              <a:defRPr sz="1350" b="0">
                <a:solidFill>
                  <a:srgbClr val="182637"/>
                </a:solidFill>
                <a:latin typeface="Arial"/>
                <a:ea typeface="Arial"/>
                <a:cs typeface="Arial"/>
              </a:defRPr>
            </a:lvl3pPr>
            <a:lvl4pPr>
              <a:defRPr sz="1350" b="0">
                <a:solidFill>
                  <a:srgbClr val="182637"/>
                </a:solidFill>
                <a:latin typeface="Arial"/>
                <a:ea typeface="Arial"/>
                <a:cs typeface="Arial"/>
              </a:defRPr>
            </a:lvl4pPr>
            <a:lvl5pPr>
              <a:defRPr sz="1350" b="0">
                <a:solidFill>
                  <a:srgbClr val="182637"/>
                </a:solidFill>
                <a:latin typeface="Arial"/>
                <a:ea typeface="Arial"/>
                <a:cs typeface="Arial"/>
              </a:defRPr>
            </a:lvl5pPr>
            <a:lvl6pPr>
              <a:defRPr sz="1350" b="0">
                <a:solidFill>
                  <a:srgbClr val="182637"/>
                </a:solidFill>
                <a:latin typeface="Arial"/>
                <a:ea typeface="Arial"/>
                <a:cs typeface="Arial"/>
              </a:defRPr>
            </a:lvl6pPr>
            <a:lvl7pPr>
              <a:defRPr sz="1350" b="0">
                <a:solidFill>
                  <a:srgbClr val="182637"/>
                </a:solidFill>
                <a:latin typeface="Arial"/>
                <a:ea typeface="Arial"/>
                <a:cs typeface="Arial"/>
              </a:defRPr>
            </a:lvl7pPr>
            <a:lvl8pPr>
              <a:defRPr sz="1350" b="0">
                <a:solidFill>
                  <a:srgbClr val="182637"/>
                </a:solidFill>
                <a:latin typeface="Arial"/>
                <a:ea typeface="Arial"/>
                <a:cs typeface="Arial"/>
              </a:defRPr>
            </a:lvl8pPr>
            <a:lvl9pPr>
              <a:defRPr sz="1350" b="0">
                <a:solidFill>
                  <a:srgbClr val="182637"/>
                </a:solidFill>
                <a:latin typeface="Arial"/>
                <a:ea typeface="Arial"/>
                <a:cs typeface="Arial"/>
              </a:defRPr>
            </a:lvl9pPr>
          </a:lstStyle>
          <a:p>
            <a:pPr>
              <a:defRPr sz="1350" b="0">
                <a:solidFill>
                  <a:srgbClr val="182637"/>
                </a:solidFill>
                <a:latin typeface="Arial"/>
                <a:ea typeface="Arial"/>
                <a:cs typeface="Arial"/>
              </a:defRPr>
            </a:pPr>
            <a:r>
              <a:rPr sz="1350" b="0" dirty="0" err="1">
                <a:solidFill>
                  <a:srgbClr val="182637"/>
                </a:solidFill>
                <a:latin typeface="Arial"/>
                <a:ea typeface="Arial"/>
                <a:cs typeface="Arial"/>
              </a:rPr>
              <a:t>Xác</a:t>
            </a:r>
            <a:r>
              <a:rPr sz="1350" b="0" dirty="0">
                <a:solidFill>
                  <a:srgbClr val="182637"/>
                </a:solidFill>
                <a:latin typeface="Arial"/>
                <a:ea typeface="Arial"/>
                <a:cs typeface="Arial"/>
              </a:rPr>
              <a:t> </a:t>
            </a:r>
            <a:r>
              <a:rPr lang="en-US" sz="1350" b="0" dirty="0" err="1">
                <a:solidFill>
                  <a:srgbClr val="182637"/>
                </a:solidFill>
                <a:latin typeface="Arial"/>
                <a:ea typeface="Arial"/>
                <a:cs typeface="Arial"/>
              </a:rPr>
              <a:t>nhận</a:t>
            </a:r>
            <a:r>
              <a:rPr lang="en-US" sz="1350" b="0" dirty="0">
                <a:solidFill>
                  <a:srgbClr val="182637"/>
                </a:solidFill>
                <a:latin typeface="Arial"/>
                <a:ea typeface="Arial"/>
                <a:cs typeface="Arial"/>
              </a:rPr>
              <a:t> </a:t>
            </a:r>
            <a:r>
              <a:rPr lang="en-US" sz="1350" b="0" dirty="0" err="1">
                <a:solidFill>
                  <a:srgbClr val="182637"/>
                </a:solidFill>
                <a:latin typeface="Arial"/>
                <a:ea typeface="Arial"/>
                <a:cs typeface="Arial"/>
              </a:rPr>
              <a:t>đơn</a:t>
            </a:r>
            <a:r>
              <a:rPr lang="en-US" sz="1350" b="0" dirty="0">
                <a:solidFill>
                  <a:srgbClr val="182637"/>
                </a:solidFill>
                <a:latin typeface="Arial"/>
                <a:ea typeface="Arial"/>
                <a:cs typeface="Arial"/>
              </a:rPr>
              <a:t> </a:t>
            </a:r>
            <a:r>
              <a:rPr lang="en-US" sz="1350" b="0" dirty="0" err="1">
                <a:solidFill>
                  <a:srgbClr val="182637"/>
                </a:solidFill>
                <a:latin typeface="Arial"/>
                <a:ea typeface="Arial"/>
                <a:cs typeface="Arial"/>
              </a:rPr>
              <a:t>hàng</a:t>
            </a:r>
            <a:endParaRPr sz="1350" b="0" dirty="0">
              <a:solidFill>
                <a:srgbClr val="182637"/>
              </a:solidFill>
              <a:latin typeface="Arial"/>
              <a:ea typeface="Arial"/>
              <a:cs typeface="Arial"/>
            </a:endParaRPr>
          </a:p>
        </p:txBody>
      </p:sp>
      <p:sp>
        <p:nvSpPr>
          <p:cNvPr id="17" name="Rectangle 16">
            <a:extLst>
              <a:ext uri="{FF2B5EF4-FFF2-40B4-BE49-F238E27FC236}">
                <a16:creationId xmlns:a16="http://schemas.microsoft.com/office/drawing/2014/main" id="{79F16A1B-F0B1-47F6-9B3D-C990576A175D}"/>
              </a:ext>
            </a:extLst>
          </p:cNvPr>
          <p:cNvSpPr>
            <a:spLocks noGrp="1"/>
          </p:cNvSpPr>
          <p:nvPr/>
        </p:nvSpPr>
        <p:spPr>
          <a:xfrm>
            <a:off x="5715000" y="3238500"/>
            <a:ext cx="685800" cy="266700"/>
          </a:xfrm>
          <a:prstGeom prst="rect">
            <a:avLst/>
          </a:prstGeom>
          <a:noFill/>
          <a:ln w="0">
            <a:noFill/>
            <a:prstDash val="solid"/>
          </a:ln>
        </p:spPr>
        <p:txBody>
          <a:bodyPr lIns="0" tIns="0" rIns="0" bIns="0"/>
          <a:lstStyle>
            <a:defPPr>
              <a:defRPr sz="1125" b="1">
                <a:solidFill>
                  <a:srgbClr val="65717D"/>
                </a:solidFill>
                <a:latin typeface="Arial"/>
                <a:ea typeface="Arial"/>
                <a:cs typeface="Arial"/>
              </a:defRPr>
            </a:defPPr>
            <a:lvl1pPr>
              <a:defRPr sz="1125" b="1">
                <a:solidFill>
                  <a:srgbClr val="65717D"/>
                </a:solidFill>
                <a:latin typeface="Arial"/>
                <a:ea typeface="Arial"/>
                <a:cs typeface="Arial"/>
              </a:defRPr>
            </a:lvl1pPr>
            <a:lvl2pPr>
              <a:defRPr sz="1125" b="1">
                <a:solidFill>
                  <a:srgbClr val="65717D"/>
                </a:solidFill>
                <a:latin typeface="Arial"/>
                <a:ea typeface="Arial"/>
                <a:cs typeface="Arial"/>
              </a:defRPr>
            </a:lvl2pPr>
            <a:lvl3pPr>
              <a:defRPr sz="1125" b="1">
                <a:solidFill>
                  <a:srgbClr val="65717D"/>
                </a:solidFill>
                <a:latin typeface="Arial"/>
                <a:ea typeface="Arial"/>
                <a:cs typeface="Arial"/>
              </a:defRPr>
            </a:lvl3pPr>
            <a:lvl4pPr>
              <a:defRPr sz="1125" b="1">
                <a:solidFill>
                  <a:srgbClr val="65717D"/>
                </a:solidFill>
                <a:latin typeface="Arial"/>
                <a:ea typeface="Arial"/>
                <a:cs typeface="Arial"/>
              </a:defRPr>
            </a:lvl4pPr>
            <a:lvl5pPr>
              <a:defRPr sz="1125" b="1">
                <a:solidFill>
                  <a:srgbClr val="65717D"/>
                </a:solidFill>
                <a:latin typeface="Arial"/>
                <a:ea typeface="Arial"/>
                <a:cs typeface="Arial"/>
              </a:defRPr>
            </a:lvl5pPr>
            <a:lvl6pPr>
              <a:defRPr sz="1125" b="1">
                <a:solidFill>
                  <a:srgbClr val="65717D"/>
                </a:solidFill>
                <a:latin typeface="Arial"/>
                <a:ea typeface="Arial"/>
                <a:cs typeface="Arial"/>
              </a:defRPr>
            </a:lvl6pPr>
            <a:lvl7pPr>
              <a:defRPr sz="1125" b="1">
                <a:solidFill>
                  <a:srgbClr val="65717D"/>
                </a:solidFill>
                <a:latin typeface="Arial"/>
                <a:ea typeface="Arial"/>
                <a:cs typeface="Arial"/>
              </a:defRPr>
            </a:lvl7pPr>
            <a:lvl8pPr>
              <a:defRPr sz="1125" b="1">
                <a:solidFill>
                  <a:srgbClr val="65717D"/>
                </a:solidFill>
                <a:latin typeface="Arial"/>
                <a:ea typeface="Arial"/>
                <a:cs typeface="Arial"/>
              </a:defRPr>
            </a:lvl8pPr>
            <a:lvl9pPr>
              <a:defRPr sz="1125" b="1">
                <a:solidFill>
                  <a:srgbClr val="65717D"/>
                </a:solidFill>
                <a:latin typeface="Arial"/>
                <a:ea typeface="Arial"/>
                <a:cs typeface="Arial"/>
              </a:defRPr>
            </a:lvl9pPr>
          </a:lstStyle>
          <a:p>
            <a:pPr>
              <a:defRPr sz="1125" b="1">
                <a:solidFill>
                  <a:srgbClr val="65717D"/>
                </a:solidFill>
                <a:latin typeface="Arial"/>
                <a:ea typeface="Arial"/>
                <a:cs typeface="Arial"/>
              </a:defRPr>
            </a:pPr>
            <a:endParaRPr sz="1125" b="1" dirty="0">
              <a:solidFill>
                <a:srgbClr val="65717D"/>
              </a:solidFill>
              <a:latin typeface="Arial"/>
              <a:ea typeface="Arial"/>
              <a:cs typeface="Arial"/>
            </a:endParaRPr>
          </a:p>
        </p:txBody>
      </p:sp>
      <p:sp>
        <p:nvSpPr>
          <p:cNvPr id="18" name="Rectangle 17">
            <a:extLst>
              <a:ext uri="{FF2B5EF4-FFF2-40B4-BE49-F238E27FC236}">
                <a16:creationId xmlns:a16="http://schemas.microsoft.com/office/drawing/2014/main" id="{23ADA726-4F0A-4DC3-83FE-1833003C792B}"/>
              </a:ext>
            </a:extLst>
          </p:cNvPr>
          <p:cNvSpPr>
            <a:spLocks noGrp="1"/>
          </p:cNvSpPr>
          <p:nvPr/>
        </p:nvSpPr>
        <p:spPr>
          <a:xfrm>
            <a:off x="5619750" y="3648075"/>
            <a:ext cx="971550" cy="38100"/>
          </a:xfrm>
          <a:prstGeom prst="rect">
            <a:avLst/>
          </a:prstGeom>
          <a:solidFill>
            <a:srgbClr val="EF7055"/>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6F3E2EC2-DC92-4BC6-A351-DD22F75EFF81}"/>
              </a:ext>
            </a:extLst>
          </p:cNvPr>
          <p:cNvSpPr>
            <a:spLocks noGrp="1"/>
          </p:cNvSpPr>
          <p:nvPr/>
        </p:nvSpPr>
        <p:spPr>
          <a:xfrm>
            <a:off x="2552700" y="5676900"/>
            <a:ext cx="7143750" cy="342900"/>
          </a:xfrm>
          <a:prstGeom prst="rect">
            <a:avLst/>
          </a:prstGeom>
          <a:noFill/>
          <a:ln w="0">
            <a:noFill/>
            <a:prstDash val="solid"/>
          </a:ln>
        </p:spPr>
        <p:txBody>
          <a:bodyPr lIns="0" tIns="0" rIns="0" bIns="0"/>
          <a:lstStyle>
            <a:defPPr>
              <a:defRPr sz="1575" b="1">
                <a:solidFill>
                  <a:srgbClr val="EF7055"/>
                </a:solidFill>
                <a:latin typeface="Arial"/>
                <a:ea typeface="Arial"/>
                <a:cs typeface="Arial"/>
              </a:defRPr>
            </a:defPPr>
            <a:lvl1pPr>
              <a:defRPr sz="1575" b="1">
                <a:solidFill>
                  <a:srgbClr val="EF7055"/>
                </a:solidFill>
                <a:latin typeface="Arial"/>
                <a:ea typeface="Arial"/>
                <a:cs typeface="Arial"/>
              </a:defRPr>
            </a:lvl1pPr>
            <a:lvl2pPr>
              <a:defRPr sz="1575" b="1">
                <a:solidFill>
                  <a:srgbClr val="EF7055"/>
                </a:solidFill>
                <a:latin typeface="Arial"/>
                <a:ea typeface="Arial"/>
                <a:cs typeface="Arial"/>
              </a:defRPr>
            </a:lvl2pPr>
            <a:lvl3pPr>
              <a:defRPr sz="1575" b="1">
                <a:solidFill>
                  <a:srgbClr val="EF7055"/>
                </a:solidFill>
                <a:latin typeface="Arial"/>
                <a:ea typeface="Arial"/>
                <a:cs typeface="Arial"/>
              </a:defRPr>
            </a:lvl3pPr>
            <a:lvl4pPr>
              <a:defRPr sz="1575" b="1">
                <a:solidFill>
                  <a:srgbClr val="EF7055"/>
                </a:solidFill>
                <a:latin typeface="Arial"/>
                <a:ea typeface="Arial"/>
                <a:cs typeface="Arial"/>
              </a:defRPr>
            </a:lvl4pPr>
            <a:lvl5pPr>
              <a:defRPr sz="1575" b="1">
                <a:solidFill>
                  <a:srgbClr val="EF7055"/>
                </a:solidFill>
                <a:latin typeface="Arial"/>
                <a:ea typeface="Arial"/>
                <a:cs typeface="Arial"/>
              </a:defRPr>
            </a:lvl5pPr>
            <a:lvl6pPr>
              <a:defRPr sz="1575" b="1">
                <a:solidFill>
                  <a:srgbClr val="EF7055"/>
                </a:solidFill>
                <a:latin typeface="Arial"/>
                <a:ea typeface="Arial"/>
                <a:cs typeface="Arial"/>
              </a:defRPr>
            </a:lvl6pPr>
            <a:lvl7pPr>
              <a:defRPr sz="1575" b="1">
                <a:solidFill>
                  <a:srgbClr val="EF7055"/>
                </a:solidFill>
                <a:latin typeface="Arial"/>
                <a:ea typeface="Arial"/>
                <a:cs typeface="Arial"/>
              </a:defRPr>
            </a:lvl7pPr>
            <a:lvl8pPr>
              <a:defRPr sz="1575" b="1">
                <a:solidFill>
                  <a:srgbClr val="EF7055"/>
                </a:solidFill>
                <a:latin typeface="Arial"/>
                <a:ea typeface="Arial"/>
                <a:cs typeface="Arial"/>
              </a:defRPr>
            </a:lvl8pPr>
            <a:lvl9pPr>
              <a:defRPr sz="1575" b="1">
                <a:solidFill>
                  <a:srgbClr val="EF7055"/>
                </a:solidFill>
                <a:latin typeface="Arial"/>
                <a:ea typeface="Arial"/>
                <a:cs typeface="Arial"/>
              </a:defRPr>
            </a:lvl9pPr>
          </a:lstStyle>
          <a:p>
            <a:pPr>
              <a:defRPr sz="1575" b="1">
                <a:solidFill>
                  <a:srgbClr val="EF7055"/>
                </a:solidFill>
                <a:latin typeface="Arial"/>
                <a:ea typeface="Arial"/>
                <a:cs typeface="Arial"/>
              </a:defRPr>
            </a:pPr>
            <a:r>
              <a:rPr sz="1575" b="1">
                <a:solidFill>
                  <a:srgbClr val="EF7055"/>
                </a:solidFill>
                <a:latin typeface="Arial"/>
                <a:ea typeface="Arial"/>
                <a:cs typeface="Arial"/>
              </a:rPr>
              <a:t>Model không đọc database và không tự tạo đơn.</a:t>
            </a:r>
          </a:p>
        </p:txBody>
      </p:sp>
    </p:spTree>
    <p:extLst>
      <p:ext uri="{BB962C8B-B14F-4D97-AF65-F5344CB8AC3E}">
        <p14:creationId xmlns:p14="http://schemas.microsoft.com/office/powerpoint/2010/main" val="1949961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1355999-C615-4638-86E4-C245DAD6F7A0}"/>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LUỒNG XỬ LÝ</a:t>
            </a:r>
          </a:p>
        </p:txBody>
      </p:sp>
      <p:sp>
        <p:nvSpPr>
          <p:cNvPr id="2" name="Rectangle 1">
            <a:extLst>
              <a:ext uri="{FF2B5EF4-FFF2-40B4-BE49-F238E27FC236}">
                <a16:creationId xmlns:a16="http://schemas.microsoft.com/office/drawing/2014/main" id="{6C40D739-BD1D-4DE8-B4AD-84E06B86212A}"/>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a:solidFill>
                  <a:srgbClr val="182637"/>
                </a:solidFill>
                <a:latin typeface="Arial"/>
                <a:ea typeface="Arial"/>
                <a:cs typeface="Arial"/>
              </a:rPr>
              <a:t>Một tin nhắn đi qua những bước nào?</a:t>
            </a:r>
          </a:p>
        </p:txBody>
      </p:sp>
      <p:sp>
        <p:nvSpPr>
          <p:cNvPr id="3" name="Rectangle 2">
            <a:extLst>
              <a:ext uri="{FF2B5EF4-FFF2-40B4-BE49-F238E27FC236}">
                <a16:creationId xmlns:a16="http://schemas.microsoft.com/office/drawing/2014/main" id="{2AFCD30E-7DDC-4331-9E7A-E2BBD9E0CF20}"/>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0D467B43-2DDE-49B1-A546-510CD7158FC7}"/>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04</a:t>
            </a:r>
          </a:p>
        </p:txBody>
      </p:sp>
      <p:sp>
        <p:nvSpPr>
          <p:cNvPr id="5" name="Oval 4">
            <a:extLst>
              <a:ext uri="{FF2B5EF4-FFF2-40B4-BE49-F238E27FC236}">
                <a16:creationId xmlns:a16="http://schemas.microsoft.com/office/drawing/2014/main" id="{16760B41-EA55-4EFD-B25E-E5D0635817E9}"/>
              </a:ext>
            </a:extLst>
          </p:cNvPr>
          <p:cNvSpPr>
            <a:spLocks noGrp="1"/>
          </p:cNvSpPr>
          <p:nvPr/>
        </p:nvSpPr>
        <p:spPr>
          <a:xfrm>
            <a:off x="1213104" y="2126552"/>
            <a:ext cx="514350" cy="514350"/>
          </a:xfrm>
          <a:prstGeom prst="ellipse">
            <a:avLst/>
          </a:prstGeom>
          <a:solidFill>
            <a:srgbClr val="162B42"/>
          </a:solidFill>
          <a:ln w="0">
            <a:noFill/>
            <a:prstDash val="solid"/>
          </a:ln>
        </p:spPr>
        <p:txBody>
          <a:bodyPr/>
          <a:lstStyle/>
          <a:p>
            <a:endParaRPr lang="en-US"/>
          </a:p>
        </p:txBody>
      </p:sp>
      <p:sp>
        <p:nvSpPr>
          <p:cNvPr id="6" name="Rectangle 5">
            <a:extLst>
              <a:ext uri="{FF2B5EF4-FFF2-40B4-BE49-F238E27FC236}">
                <a16:creationId xmlns:a16="http://schemas.microsoft.com/office/drawing/2014/main" id="{16797B7A-72AB-4DA3-9E4B-1E4C0BC5A6BA}"/>
              </a:ext>
            </a:extLst>
          </p:cNvPr>
          <p:cNvSpPr>
            <a:spLocks noGrp="1"/>
          </p:cNvSpPr>
          <p:nvPr/>
        </p:nvSpPr>
        <p:spPr>
          <a:xfrm>
            <a:off x="1371600" y="2286000"/>
            <a:ext cx="400050" cy="228600"/>
          </a:xfrm>
          <a:prstGeom prst="rect">
            <a:avLst/>
          </a:prstGeom>
          <a:noFill/>
          <a:ln w="0">
            <a:noFill/>
            <a:prstDash val="solid"/>
          </a:ln>
        </p:spPr>
        <p:txBody>
          <a:bodyPr lIns="0" tIns="0" rIns="0" bIns="0"/>
          <a:lstStyle>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a:pPr>
              <a:defRPr sz="1125" b="1">
                <a:solidFill>
                  <a:srgbClr val="FFFFFF"/>
                </a:solidFill>
                <a:latin typeface="Arial"/>
                <a:ea typeface="Arial"/>
                <a:cs typeface="Arial"/>
              </a:defRPr>
            </a:pPr>
            <a:r>
              <a:rPr sz="1125" b="1">
                <a:solidFill>
                  <a:srgbClr val="FFFFFF"/>
                </a:solidFill>
                <a:latin typeface="Arial"/>
                <a:ea typeface="Arial"/>
                <a:cs typeface="Arial"/>
              </a:rPr>
              <a:t>01</a:t>
            </a:r>
          </a:p>
        </p:txBody>
      </p:sp>
      <p:sp>
        <p:nvSpPr>
          <p:cNvPr id="7" name="Rectangle 6">
            <a:extLst>
              <a:ext uri="{FF2B5EF4-FFF2-40B4-BE49-F238E27FC236}">
                <a16:creationId xmlns:a16="http://schemas.microsoft.com/office/drawing/2014/main" id="{142E7E4B-B53F-486C-AA31-479E6EB68A19}"/>
              </a:ext>
            </a:extLst>
          </p:cNvPr>
          <p:cNvSpPr>
            <a:spLocks noGrp="1"/>
          </p:cNvSpPr>
          <p:nvPr/>
        </p:nvSpPr>
        <p:spPr>
          <a:xfrm>
            <a:off x="800100" y="3009900"/>
            <a:ext cx="1562100" cy="6286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Nhận tin</a:t>
            </a:r>
          </a:p>
          <a:p>
            <a:pPr>
              <a:defRPr sz="1725" b="1">
                <a:solidFill>
                  <a:srgbClr val="182637"/>
                </a:solidFill>
                <a:latin typeface="Arial"/>
                <a:ea typeface="Arial"/>
                <a:cs typeface="Arial"/>
              </a:defRPr>
            </a:pPr>
            <a:r>
              <a:rPr sz="1725" b="1">
                <a:solidFill>
                  <a:srgbClr val="182637"/>
                </a:solidFill>
                <a:latin typeface="Arial"/>
                <a:ea typeface="Arial"/>
                <a:cs typeface="Arial"/>
              </a:rPr>
              <a:t>nhắn</a:t>
            </a:r>
          </a:p>
        </p:txBody>
      </p:sp>
      <p:sp>
        <p:nvSpPr>
          <p:cNvPr id="8" name="Rectangle 7">
            <a:extLst>
              <a:ext uri="{FF2B5EF4-FFF2-40B4-BE49-F238E27FC236}">
                <a16:creationId xmlns:a16="http://schemas.microsoft.com/office/drawing/2014/main" id="{1F451891-0ABC-4D81-9086-1C3CC84EF3EC}"/>
              </a:ext>
            </a:extLst>
          </p:cNvPr>
          <p:cNvSpPr>
            <a:spLocks noGrp="1"/>
          </p:cNvSpPr>
          <p:nvPr/>
        </p:nvSpPr>
        <p:spPr>
          <a:xfrm>
            <a:off x="800100" y="3790950"/>
            <a:ext cx="1676400" cy="552450"/>
          </a:xfrm>
          <a:prstGeom prst="rect">
            <a:avLst/>
          </a:prstGeom>
          <a:noFill/>
          <a:ln w="0">
            <a:noFill/>
            <a:prstDash val="solid"/>
          </a:ln>
        </p:spPr>
        <p:txBody>
          <a:bodyPr lIns="0" tIns="0" rIns="0" bIns="0"/>
          <a:lstStyle>
            <a:defPPr>
              <a:defRPr sz="1275" b="0">
                <a:solidFill>
                  <a:srgbClr val="65717D"/>
                </a:solidFill>
                <a:latin typeface="Arial"/>
                <a:ea typeface="Arial"/>
                <a:cs typeface="Arial"/>
              </a:defRPr>
            </a:defPPr>
            <a:lvl1pPr>
              <a:defRPr sz="1275" b="0">
                <a:solidFill>
                  <a:srgbClr val="65717D"/>
                </a:solidFill>
                <a:latin typeface="Arial"/>
                <a:ea typeface="Arial"/>
                <a:cs typeface="Arial"/>
              </a:defRPr>
            </a:lvl1pPr>
            <a:lvl2pPr>
              <a:defRPr sz="1275" b="0">
                <a:solidFill>
                  <a:srgbClr val="65717D"/>
                </a:solidFill>
                <a:latin typeface="Arial"/>
                <a:ea typeface="Arial"/>
                <a:cs typeface="Arial"/>
              </a:defRPr>
            </a:lvl2pPr>
            <a:lvl3pPr>
              <a:defRPr sz="1275" b="0">
                <a:solidFill>
                  <a:srgbClr val="65717D"/>
                </a:solidFill>
                <a:latin typeface="Arial"/>
                <a:ea typeface="Arial"/>
                <a:cs typeface="Arial"/>
              </a:defRPr>
            </a:lvl3pPr>
            <a:lvl4pPr>
              <a:defRPr sz="1275" b="0">
                <a:solidFill>
                  <a:srgbClr val="65717D"/>
                </a:solidFill>
                <a:latin typeface="Arial"/>
                <a:ea typeface="Arial"/>
                <a:cs typeface="Arial"/>
              </a:defRPr>
            </a:lvl4pPr>
            <a:lvl5pPr>
              <a:defRPr sz="1275" b="0">
                <a:solidFill>
                  <a:srgbClr val="65717D"/>
                </a:solidFill>
                <a:latin typeface="Arial"/>
                <a:ea typeface="Arial"/>
                <a:cs typeface="Arial"/>
              </a:defRPr>
            </a:lvl5pPr>
            <a:lvl6pPr>
              <a:defRPr sz="1275" b="0">
                <a:solidFill>
                  <a:srgbClr val="65717D"/>
                </a:solidFill>
                <a:latin typeface="Arial"/>
                <a:ea typeface="Arial"/>
                <a:cs typeface="Arial"/>
              </a:defRPr>
            </a:lvl6pPr>
            <a:lvl7pPr>
              <a:defRPr sz="1275" b="0">
                <a:solidFill>
                  <a:srgbClr val="65717D"/>
                </a:solidFill>
                <a:latin typeface="Arial"/>
                <a:ea typeface="Arial"/>
                <a:cs typeface="Arial"/>
              </a:defRPr>
            </a:lvl7pPr>
            <a:lvl8pPr>
              <a:defRPr sz="1275" b="0">
                <a:solidFill>
                  <a:srgbClr val="65717D"/>
                </a:solidFill>
                <a:latin typeface="Arial"/>
                <a:ea typeface="Arial"/>
                <a:cs typeface="Arial"/>
              </a:defRPr>
            </a:lvl8pPr>
            <a:lvl9pPr>
              <a:defRPr sz="1275" b="0">
                <a:solidFill>
                  <a:srgbClr val="65717D"/>
                </a:solidFill>
                <a:latin typeface="Arial"/>
                <a:ea typeface="Arial"/>
                <a:cs typeface="Arial"/>
              </a:defRPr>
            </a:lvl9pPr>
          </a:lstStyle>
          <a:p>
            <a:pPr>
              <a:defRPr sz="1275" b="0">
                <a:solidFill>
                  <a:srgbClr val="65717D"/>
                </a:solidFill>
                <a:latin typeface="Arial"/>
                <a:ea typeface="Arial"/>
                <a:cs typeface="Arial"/>
              </a:defRPr>
            </a:pPr>
            <a:r>
              <a:rPr sz="1275" b="0">
                <a:solidFill>
                  <a:srgbClr val="65717D"/>
                </a:solidFill>
                <a:latin typeface="Arial"/>
                <a:ea typeface="Arial"/>
                <a:cs typeface="Arial"/>
              </a:rPr>
              <a:t>Kiểm tra phiên,</a:t>
            </a:r>
          </a:p>
          <a:p>
            <a:pPr>
              <a:defRPr sz="1275" b="0">
                <a:solidFill>
                  <a:srgbClr val="65717D"/>
                </a:solidFill>
                <a:latin typeface="Arial"/>
                <a:ea typeface="Arial"/>
                <a:cs typeface="Arial"/>
              </a:defRPr>
            </a:pPr>
            <a:r>
              <a:rPr sz="1275" b="0">
                <a:solidFill>
                  <a:srgbClr val="65717D"/>
                </a:solidFill>
                <a:latin typeface="Arial"/>
                <a:ea typeface="Arial"/>
                <a:cs typeface="Arial"/>
              </a:rPr>
              <a:t>độ dài, tần suất</a:t>
            </a:r>
          </a:p>
        </p:txBody>
      </p:sp>
      <p:sp>
        <p:nvSpPr>
          <p:cNvPr id="9" name="Rectangle 8">
            <a:extLst>
              <a:ext uri="{FF2B5EF4-FFF2-40B4-BE49-F238E27FC236}">
                <a16:creationId xmlns:a16="http://schemas.microsoft.com/office/drawing/2014/main" id="{EE10DE7D-3E68-4F7B-8860-4B3A13E9F0EB}"/>
              </a:ext>
            </a:extLst>
          </p:cNvPr>
          <p:cNvSpPr>
            <a:spLocks noGrp="1"/>
          </p:cNvSpPr>
          <p:nvPr/>
        </p:nvSpPr>
        <p:spPr>
          <a:xfrm>
            <a:off x="2266950" y="2362200"/>
            <a:ext cx="742950" cy="28575"/>
          </a:xfrm>
          <a:prstGeom prst="rect">
            <a:avLst/>
          </a:prstGeom>
          <a:solidFill>
            <a:srgbClr val="D9D8D0"/>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DAB386E-BBCB-4AE8-92EA-D13387257158}"/>
              </a:ext>
            </a:extLst>
          </p:cNvPr>
          <p:cNvSpPr>
            <a:spLocks noGrp="1"/>
          </p:cNvSpPr>
          <p:nvPr/>
        </p:nvSpPr>
        <p:spPr>
          <a:xfrm>
            <a:off x="2609850" y="2133600"/>
            <a:ext cx="304800" cy="381000"/>
          </a:xfrm>
          <a:prstGeom prst="rect">
            <a:avLst/>
          </a:prstGeom>
          <a:noFill/>
          <a:ln w="0">
            <a:noFill/>
            <a:prstDash val="solid"/>
          </a:ln>
        </p:spPr>
        <p:txBody>
          <a:bodyPr lIns="0" tIns="0" rIns="0" bIns="0"/>
          <a:lstStyle>
            <a:defPPr>
              <a:defRPr sz="2400" b="1">
                <a:solidFill>
                  <a:srgbClr val="2A7B78"/>
                </a:solidFill>
                <a:latin typeface="Arial"/>
                <a:ea typeface="Arial"/>
                <a:cs typeface="Arial"/>
              </a:defRPr>
            </a:defPPr>
            <a:lvl1pPr>
              <a:defRPr sz="2400" b="1">
                <a:solidFill>
                  <a:srgbClr val="2A7B78"/>
                </a:solidFill>
                <a:latin typeface="Arial"/>
                <a:ea typeface="Arial"/>
                <a:cs typeface="Arial"/>
              </a:defRPr>
            </a:lvl1pPr>
            <a:lvl2pPr>
              <a:defRPr sz="2400" b="1">
                <a:solidFill>
                  <a:srgbClr val="2A7B78"/>
                </a:solidFill>
                <a:latin typeface="Arial"/>
                <a:ea typeface="Arial"/>
                <a:cs typeface="Arial"/>
              </a:defRPr>
            </a:lvl2pPr>
            <a:lvl3pPr>
              <a:defRPr sz="2400" b="1">
                <a:solidFill>
                  <a:srgbClr val="2A7B78"/>
                </a:solidFill>
                <a:latin typeface="Arial"/>
                <a:ea typeface="Arial"/>
                <a:cs typeface="Arial"/>
              </a:defRPr>
            </a:lvl3pPr>
            <a:lvl4pPr>
              <a:defRPr sz="2400" b="1">
                <a:solidFill>
                  <a:srgbClr val="2A7B78"/>
                </a:solidFill>
                <a:latin typeface="Arial"/>
                <a:ea typeface="Arial"/>
                <a:cs typeface="Arial"/>
              </a:defRPr>
            </a:lvl4pPr>
            <a:lvl5pPr>
              <a:defRPr sz="2400" b="1">
                <a:solidFill>
                  <a:srgbClr val="2A7B78"/>
                </a:solidFill>
                <a:latin typeface="Arial"/>
                <a:ea typeface="Arial"/>
                <a:cs typeface="Arial"/>
              </a:defRPr>
            </a:lvl5pPr>
            <a:lvl6pPr>
              <a:defRPr sz="2400" b="1">
                <a:solidFill>
                  <a:srgbClr val="2A7B78"/>
                </a:solidFill>
                <a:latin typeface="Arial"/>
                <a:ea typeface="Arial"/>
                <a:cs typeface="Arial"/>
              </a:defRPr>
            </a:lvl6pPr>
            <a:lvl7pPr>
              <a:defRPr sz="2400" b="1">
                <a:solidFill>
                  <a:srgbClr val="2A7B78"/>
                </a:solidFill>
                <a:latin typeface="Arial"/>
                <a:ea typeface="Arial"/>
                <a:cs typeface="Arial"/>
              </a:defRPr>
            </a:lvl7pPr>
            <a:lvl8pPr>
              <a:defRPr sz="2400" b="1">
                <a:solidFill>
                  <a:srgbClr val="2A7B78"/>
                </a:solidFill>
                <a:latin typeface="Arial"/>
                <a:ea typeface="Arial"/>
                <a:cs typeface="Arial"/>
              </a:defRPr>
            </a:lvl8pPr>
            <a:lvl9pPr>
              <a:defRPr sz="2400" b="1">
                <a:solidFill>
                  <a:srgbClr val="2A7B78"/>
                </a:solidFill>
                <a:latin typeface="Arial"/>
                <a:ea typeface="Arial"/>
                <a:cs typeface="Arial"/>
              </a:defRPr>
            </a:lvl9pPr>
          </a:lstStyle>
          <a:p>
            <a:pPr>
              <a:defRPr sz="2400" b="1">
                <a:solidFill>
                  <a:srgbClr val="2A7B78"/>
                </a:solidFill>
                <a:latin typeface="Arial"/>
                <a:ea typeface="Arial"/>
                <a:cs typeface="Arial"/>
              </a:defRPr>
            </a:pPr>
            <a:r>
              <a:rPr sz="2400" b="1">
                <a:solidFill>
                  <a:srgbClr val="2A7B78"/>
                </a:solidFill>
                <a:latin typeface="Arial"/>
                <a:ea typeface="Arial"/>
                <a:cs typeface="Arial"/>
              </a:rPr>
              <a:t>›</a:t>
            </a:r>
          </a:p>
        </p:txBody>
      </p:sp>
      <p:sp>
        <p:nvSpPr>
          <p:cNvPr id="11" name="Oval 10">
            <a:extLst>
              <a:ext uri="{FF2B5EF4-FFF2-40B4-BE49-F238E27FC236}">
                <a16:creationId xmlns:a16="http://schemas.microsoft.com/office/drawing/2014/main" id="{31C89397-1A20-417A-8E5E-E007626AD0BE}"/>
              </a:ext>
            </a:extLst>
          </p:cNvPr>
          <p:cNvSpPr>
            <a:spLocks noGrp="1"/>
          </p:cNvSpPr>
          <p:nvPr/>
        </p:nvSpPr>
        <p:spPr>
          <a:xfrm>
            <a:off x="3527679" y="2126552"/>
            <a:ext cx="514350" cy="514350"/>
          </a:xfrm>
          <a:prstGeom prst="ellipse">
            <a:avLst/>
          </a:prstGeom>
          <a:solidFill>
            <a:srgbClr val="162B4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0A57411-4F18-4FDC-A499-41C319EE6B21}"/>
              </a:ext>
            </a:extLst>
          </p:cNvPr>
          <p:cNvSpPr>
            <a:spLocks noGrp="1"/>
          </p:cNvSpPr>
          <p:nvPr/>
        </p:nvSpPr>
        <p:spPr>
          <a:xfrm>
            <a:off x="3695700" y="2286000"/>
            <a:ext cx="400050" cy="228600"/>
          </a:xfrm>
          <a:prstGeom prst="rect">
            <a:avLst/>
          </a:prstGeom>
          <a:noFill/>
          <a:ln w="0">
            <a:noFill/>
            <a:prstDash val="solid"/>
          </a:ln>
        </p:spPr>
        <p:txBody>
          <a:bodyPr lIns="0" tIns="0" rIns="0" bIns="0"/>
          <a:lstStyle>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a:pPr>
              <a:defRPr sz="1125" b="1">
                <a:solidFill>
                  <a:srgbClr val="FFFFFF"/>
                </a:solidFill>
                <a:latin typeface="Arial"/>
                <a:ea typeface="Arial"/>
                <a:cs typeface="Arial"/>
              </a:defRPr>
            </a:pPr>
            <a:r>
              <a:rPr sz="1125"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1D14BA25-778B-46CD-A79C-0B44641539BE}"/>
              </a:ext>
            </a:extLst>
          </p:cNvPr>
          <p:cNvSpPr>
            <a:spLocks noGrp="1"/>
          </p:cNvSpPr>
          <p:nvPr/>
        </p:nvSpPr>
        <p:spPr>
          <a:xfrm>
            <a:off x="3124200" y="3009900"/>
            <a:ext cx="1562100" cy="6286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Trích xuất</a:t>
            </a:r>
          </a:p>
          <a:p>
            <a:pPr>
              <a:defRPr sz="1725" b="1">
                <a:solidFill>
                  <a:srgbClr val="182637"/>
                </a:solidFill>
                <a:latin typeface="Arial"/>
                <a:ea typeface="Arial"/>
                <a:cs typeface="Arial"/>
              </a:defRPr>
            </a:pPr>
            <a:r>
              <a:rPr sz="1725" b="1">
                <a:solidFill>
                  <a:srgbClr val="182637"/>
                </a:solidFill>
                <a:latin typeface="Arial"/>
                <a:ea typeface="Arial"/>
                <a:cs typeface="Arial"/>
              </a:rPr>
              <a:t>bằng LLM</a:t>
            </a:r>
          </a:p>
        </p:txBody>
      </p:sp>
      <p:sp>
        <p:nvSpPr>
          <p:cNvPr id="14" name="Rectangle 13">
            <a:extLst>
              <a:ext uri="{FF2B5EF4-FFF2-40B4-BE49-F238E27FC236}">
                <a16:creationId xmlns:a16="http://schemas.microsoft.com/office/drawing/2014/main" id="{B68602A9-C96F-4A8E-A4CC-18148AAAEE23}"/>
              </a:ext>
            </a:extLst>
          </p:cNvPr>
          <p:cNvSpPr>
            <a:spLocks noGrp="1"/>
          </p:cNvSpPr>
          <p:nvPr/>
        </p:nvSpPr>
        <p:spPr>
          <a:xfrm>
            <a:off x="3124200" y="3790950"/>
            <a:ext cx="1676400" cy="552450"/>
          </a:xfrm>
          <a:prstGeom prst="rect">
            <a:avLst/>
          </a:prstGeom>
          <a:noFill/>
          <a:ln w="0">
            <a:noFill/>
            <a:prstDash val="solid"/>
          </a:ln>
        </p:spPr>
        <p:txBody>
          <a:bodyPr lIns="0" tIns="0" rIns="0" bIns="0"/>
          <a:lstStyle>
            <a:defPPr>
              <a:defRPr sz="1275" b="0">
                <a:solidFill>
                  <a:srgbClr val="65717D"/>
                </a:solidFill>
                <a:latin typeface="Arial"/>
                <a:ea typeface="Arial"/>
                <a:cs typeface="Arial"/>
              </a:defRPr>
            </a:defPPr>
            <a:lvl1pPr>
              <a:defRPr sz="1275" b="0">
                <a:solidFill>
                  <a:srgbClr val="65717D"/>
                </a:solidFill>
                <a:latin typeface="Arial"/>
                <a:ea typeface="Arial"/>
                <a:cs typeface="Arial"/>
              </a:defRPr>
            </a:lvl1pPr>
            <a:lvl2pPr>
              <a:defRPr sz="1275" b="0">
                <a:solidFill>
                  <a:srgbClr val="65717D"/>
                </a:solidFill>
                <a:latin typeface="Arial"/>
                <a:ea typeface="Arial"/>
                <a:cs typeface="Arial"/>
              </a:defRPr>
            </a:lvl2pPr>
            <a:lvl3pPr>
              <a:defRPr sz="1275" b="0">
                <a:solidFill>
                  <a:srgbClr val="65717D"/>
                </a:solidFill>
                <a:latin typeface="Arial"/>
                <a:ea typeface="Arial"/>
                <a:cs typeface="Arial"/>
              </a:defRPr>
            </a:lvl3pPr>
            <a:lvl4pPr>
              <a:defRPr sz="1275" b="0">
                <a:solidFill>
                  <a:srgbClr val="65717D"/>
                </a:solidFill>
                <a:latin typeface="Arial"/>
                <a:ea typeface="Arial"/>
                <a:cs typeface="Arial"/>
              </a:defRPr>
            </a:lvl4pPr>
            <a:lvl5pPr>
              <a:defRPr sz="1275" b="0">
                <a:solidFill>
                  <a:srgbClr val="65717D"/>
                </a:solidFill>
                <a:latin typeface="Arial"/>
                <a:ea typeface="Arial"/>
                <a:cs typeface="Arial"/>
              </a:defRPr>
            </a:lvl5pPr>
            <a:lvl6pPr>
              <a:defRPr sz="1275" b="0">
                <a:solidFill>
                  <a:srgbClr val="65717D"/>
                </a:solidFill>
                <a:latin typeface="Arial"/>
                <a:ea typeface="Arial"/>
                <a:cs typeface="Arial"/>
              </a:defRPr>
            </a:lvl6pPr>
            <a:lvl7pPr>
              <a:defRPr sz="1275" b="0">
                <a:solidFill>
                  <a:srgbClr val="65717D"/>
                </a:solidFill>
                <a:latin typeface="Arial"/>
                <a:ea typeface="Arial"/>
                <a:cs typeface="Arial"/>
              </a:defRPr>
            </a:lvl7pPr>
            <a:lvl8pPr>
              <a:defRPr sz="1275" b="0">
                <a:solidFill>
                  <a:srgbClr val="65717D"/>
                </a:solidFill>
                <a:latin typeface="Arial"/>
                <a:ea typeface="Arial"/>
                <a:cs typeface="Arial"/>
              </a:defRPr>
            </a:lvl8pPr>
            <a:lvl9pPr>
              <a:defRPr sz="1275" b="0">
                <a:solidFill>
                  <a:srgbClr val="65717D"/>
                </a:solidFill>
                <a:latin typeface="Arial"/>
                <a:ea typeface="Arial"/>
                <a:cs typeface="Arial"/>
              </a:defRPr>
            </a:lvl9pPr>
          </a:lstStyle>
          <a:p>
            <a:pPr>
              <a:defRPr sz="1275" b="0">
                <a:solidFill>
                  <a:srgbClr val="65717D"/>
                </a:solidFill>
                <a:latin typeface="Arial"/>
                <a:ea typeface="Arial"/>
                <a:cs typeface="Arial"/>
              </a:defRPr>
            </a:pPr>
            <a:r>
              <a:rPr sz="1275" b="0">
                <a:solidFill>
                  <a:srgbClr val="65717D"/>
                </a:solidFill>
                <a:latin typeface="Arial"/>
                <a:ea typeface="Arial"/>
                <a:cs typeface="Arial"/>
              </a:rPr>
              <a:t>Intent và field</a:t>
            </a:r>
          </a:p>
          <a:p>
            <a:pPr>
              <a:defRPr sz="1275" b="0">
                <a:solidFill>
                  <a:srgbClr val="65717D"/>
                </a:solidFill>
                <a:latin typeface="Arial"/>
                <a:ea typeface="Arial"/>
                <a:cs typeface="Arial"/>
              </a:defRPr>
            </a:pPr>
            <a:r>
              <a:rPr sz="1275" b="0">
                <a:solidFill>
                  <a:srgbClr val="65717D"/>
                </a:solidFill>
                <a:latin typeface="Arial"/>
                <a:ea typeface="Arial"/>
                <a:cs typeface="Arial"/>
              </a:rPr>
              <a:t>theo JSON</a:t>
            </a:r>
          </a:p>
        </p:txBody>
      </p:sp>
      <p:sp>
        <p:nvSpPr>
          <p:cNvPr id="15" name="Rectangle 14">
            <a:extLst>
              <a:ext uri="{FF2B5EF4-FFF2-40B4-BE49-F238E27FC236}">
                <a16:creationId xmlns:a16="http://schemas.microsoft.com/office/drawing/2014/main" id="{4491AD26-56FE-4249-B9EF-9118F8A856E8}"/>
              </a:ext>
            </a:extLst>
          </p:cNvPr>
          <p:cNvSpPr>
            <a:spLocks noGrp="1"/>
          </p:cNvSpPr>
          <p:nvPr/>
        </p:nvSpPr>
        <p:spPr>
          <a:xfrm>
            <a:off x="4591050" y="2362200"/>
            <a:ext cx="742950" cy="28575"/>
          </a:xfrm>
          <a:prstGeom prst="rect">
            <a:avLst/>
          </a:prstGeom>
          <a:solidFill>
            <a:srgbClr val="D9D8D0"/>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B6DECC82-F014-4623-A041-C5A56B6BFE4E}"/>
              </a:ext>
            </a:extLst>
          </p:cNvPr>
          <p:cNvSpPr>
            <a:spLocks noGrp="1"/>
          </p:cNvSpPr>
          <p:nvPr/>
        </p:nvSpPr>
        <p:spPr>
          <a:xfrm>
            <a:off x="4933950" y="2133600"/>
            <a:ext cx="304800" cy="381000"/>
          </a:xfrm>
          <a:prstGeom prst="rect">
            <a:avLst/>
          </a:prstGeom>
          <a:noFill/>
          <a:ln w="0">
            <a:noFill/>
            <a:prstDash val="solid"/>
          </a:ln>
        </p:spPr>
        <p:txBody>
          <a:bodyPr lIns="0" tIns="0" rIns="0" bIns="0"/>
          <a:lstStyle>
            <a:defPPr>
              <a:defRPr sz="2400" b="1">
                <a:solidFill>
                  <a:srgbClr val="2A7B78"/>
                </a:solidFill>
                <a:latin typeface="Arial"/>
                <a:ea typeface="Arial"/>
                <a:cs typeface="Arial"/>
              </a:defRPr>
            </a:defPPr>
            <a:lvl1pPr>
              <a:defRPr sz="2400" b="1">
                <a:solidFill>
                  <a:srgbClr val="2A7B78"/>
                </a:solidFill>
                <a:latin typeface="Arial"/>
                <a:ea typeface="Arial"/>
                <a:cs typeface="Arial"/>
              </a:defRPr>
            </a:lvl1pPr>
            <a:lvl2pPr>
              <a:defRPr sz="2400" b="1">
                <a:solidFill>
                  <a:srgbClr val="2A7B78"/>
                </a:solidFill>
                <a:latin typeface="Arial"/>
                <a:ea typeface="Arial"/>
                <a:cs typeface="Arial"/>
              </a:defRPr>
            </a:lvl2pPr>
            <a:lvl3pPr>
              <a:defRPr sz="2400" b="1">
                <a:solidFill>
                  <a:srgbClr val="2A7B78"/>
                </a:solidFill>
                <a:latin typeface="Arial"/>
                <a:ea typeface="Arial"/>
                <a:cs typeface="Arial"/>
              </a:defRPr>
            </a:lvl3pPr>
            <a:lvl4pPr>
              <a:defRPr sz="2400" b="1">
                <a:solidFill>
                  <a:srgbClr val="2A7B78"/>
                </a:solidFill>
                <a:latin typeface="Arial"/>
                <a:ea typeface="Arial"/>
                <a:cs typeface="Arial"/>
              </a:defRPr>
            </a:lvl4pPr>
            <a:lvl5pPr>
              <a:defRPr sz="2400" b="1">
                <a:solidFill>
                  <a:srgbClr val="2A7B78"/>
                </a:solidFill>
                <a:latin typeface="Arial"/>
                <a:ea typeface="Arial"/>
                <a:cs typeface="Arial"/>
              </a:defRPr>
            </a:lvl5pPr>
            <a:lvl6pPr>
              <a:defRPr sz="2400" b="1">
                <a:solidFill>
                  <a:srgbClr val="2A7B78"/>
                </a:solidFill>
                <a:latin typeface="Arial"/>
                <a:ea typeface="Arial"/>
                <a:cs typeface="Arial"/>
              </a:defRPr>
            </a:lvl6pPr>
            <a:lvl7pPr>
              <a:defRPr sz="2400" b="1">
                <a:solidFill>
                  <a:srgbClr val="2A7B78"/>
                </a:solidFill>
                <a:latin typeface="Arial"/>
                <a:ea typeface="Arial"/>
                <a:cs typeface="Arial"/>
              </a:defRPr>
            </a:lvl7pPr>
            <a:lvl8pPr>
              <a:defRPr sz="2400" b="1">
                <a:solidFill>
                  <a:srgbClr val="2A7B78"/>
                </a:solidFill>
                <a:latin typeface="Arial"/>
                <a:ea typeface="Arial"/>
                <a:cs typeface="Arial"/>
              </a:defRPr>
            </a:lvl8pPr>
            <a:lvl9pPr>
              <a:defRPr sz="2400" b="1">
                <a:solidFill>
                  <a:srgbClr val="2A7B78"/>
                </a:solidFill>
                <a:latin typeface="Arial"/>
                <a:ea typeface="Arial"/>
                <a:cs typeface="Arial"/>
              </a:defRPr>
            </a:lvl9pPr>
          </a:lstStyle>
          <a:p>
            <a:pPr>
              <a:defRPr sz="2400" b="1">
                <a:solidFill>
                  <a:srgbClr val="2A7B78"/>
                </a:solidFill>
                <a:latin typeface="Arial"/>
                <a:ea typeface="Arial"/>
                <a:cs typeface="Arial"/>
              </a:defRPr>
            </a:pPr>
            <a:r>
              <a:rPr sz="2400" b="1">
                <a:solidFill>
                  <a:srgbClr val="2A7B78"/>
                </a:solidFill>
                <a:latin typeface="Arial"/>
                <a:ea typeface="Arial"/>
                <a:cs typeface="Arial"/>
              </a:rPr>
              <a:t>›</a:t>
            </a:r>
          </a:p>
        </p:txBody>
      </p:sp>
      <p:sp>
        <p:nvSpPr>
          <p:cNvPr id="17" name="Oval 16">
            <a:extLst>
              <a:ext uri="{FF2B5EF4-FFF2-40B4-BE49-F238E27FC236}">
                <a16:creationId xmlns:a16="http://schemas.microsoft.com/office/drawing/2014/main" id="{EED9E6E0-7031-4620-AE09-A8CFB45A36FA}"/>
              </a:ext>
            </a:extLst>
          </p:cNvPr>
          <p:cNvSpPr>
            <a:spLocks noGrp="1"/>
          </p:cNvSpPr>
          <p:nvPr/>
        </p:nvSpPr>
        <p:spPr>
          <a:xfrm>
            <a:off x="5838825" y="2126552"/>
            <a:ext cx="514350" cy="514350"/>
          </a:xfrm>
          <a:prstGeom prst="ellipse">
            <a:avLst/>
          </a:prstGeom>
          <a:solidFill>
            <a:srgbClr val="162B42"/>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83C5B5FB-C3A1-4682-9534-D607A4BBD4BE}"/>
              </a:ext>
            </a:extLst>
          </p:cNvPr>
          <p:cNvSpPr>
            <a:spLocks noGrp="1"/>
          </p:cNvSpPr>
          <p:nvPr/>
        </p:nvSpPr>
        <p:spPr>
          <a:xfrm>
            <a:off x="6019800" y="2286000"/>
            <a:ext cx="400050" cy="228600"/>
          </a:xfrm>
          <a:prstGeom prst="rect">
            <a:avLst/>
          </a:prstGeom>
          <a:noFill/>
          <a:ln w="0">
            <a:noFill/>
            <a:prstDash val="solid"/>
          </a:ln>
        </p:spPr>
        <p:txBody>
          <a:bodyPr lIns="0" tIns="0" rIns="0" bIns="0"/>
          <a:lstStyle>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a:pPr>
              <a:defRPr sz="1125" b="1">
                <a:solidFill>
                  <a:srgbClr val="FFFFFF"/>
                </a:solidFill>
                <a:latin typeface="Arial"/>
                <a:ea typeface="Arial"/>
                <a:cs typeface="Arial"/>
              </a:defRPr>
            </a:pPr>
            <a:r>
              <a:rPr sz="1125" b="1">
                <a:solidFill>
                  <a:srgbClr val="FFFFFF"/>
                </a:solidFill>
                <a:latin typeface="Arial"/>
                <a:ea typeface="Arial"/>
                <a:cs typeface="Arial"/>
              </a:rPr>
              <a:t>03</a:t>
            </a:r>
          </a:p>
        </p:txBody>
      </p:sp>
      <p:sp>
        <p:nvSpPr>
          <p:cNvPr id="19" name="Rectangle 18">
            <a:extLst>
              <a:ext uri="{FF2B5EF4-FFF2-40B4-BE49-F238E27FC236}">
                <a16:creationId xmlns:a16="http://schemas.microsoft.com/office/drawing/2014/main" id="{A3B8E1AF-4BDD-4A37-A3D8-7E0DEE5B2875}"/>
              </a:ext>
            </a:extLst>
          </p:cNvPr>
          <p:cNvSpPr>
            <a:spLocks noGrp="1"/>
          </p:cNvSpPr>
          <p:nvPr/>
        </p:nvSpPr>
        <p:spPr>
          <a:xfrm>
            <a:off x="5448300" y="3009900"/>
            <a:ext cx="1562100" cy="6286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Kiểm tra</a:t>
            </a:r>
          </a:p>
          <a:p>
            <a:pPr>
              <a:defRPr sz="1725" b="1">
                <a:solidFill>
                  <a:srgbClr val="182637"/>
                </a:solidFill>
                <a:latin typeface="Arial"/>
                <a:ea typeface="Arial"/>
                <a:cs typeface="Arial"/>
              </a:defRPr>
            </a:pPr>
            <a:r>
              <a:rPr sz="1725" b="1">
                <a:solidFill>
                  <a:srgbClr val="182637"/>
                </a:solidFill>
                <a:latin typeface="Arial"/>
                <a:ea typeface="Arial"/>
                <a:cs typeface="Arial"/>
              </a:rPr>
              <a:t>JSON</a:t>
            </a:r>
          </a:p>
        </p:txBody>
      </p:sp>
      <p:sp>
        <p:nvSpPr>
          <p:cNvPr id="20" name="Rectangle 19">
            <a:extLst>
              <a:ext uri="{FF2B5EF4-FFF2-40B4-BE49-F238E27FC236}">
                <a16:creationId xmlns:a16="http://schemas.microsoft.com/office/drawing/2014/main" id="{9D7A7F82-C745-43E5-B98A-6AB999379620}"/>
              </a:ext>
            </a:extLst>
          </p:cNvPr>
          <p:cNvSpPr>
            <a:spLocks noGrp="1"/>
          </p:cNvSpPr>
          <p:nvPr/>
        </p:nvSpPr>
        <p:spPr>
          <a:xfrm>
            <a:off x="5448300" y="3790950"/>
            <a:ext cx="1676400" cy="552450"/>
          </a:xfrm>
          <a:prstGeom prst="rect">
            <a:avLst/>
          </a:prstGeom>
          <a:noFill/>
          <a:ln w="0">
            <a:noFill/>
            <a:prstDash val="solid"/>
          </a:ln>
        </p:spPr>
        <p:txBody>
          <a:bodyPr lIns="0" tIns="0" rIns="0" bIns="0"/>
          <a:lstStyle>
            <a:defPPr>
              <a:defRPr sz="1275" b="0">
                <a:solidFill>
                  <a:srgbClr val="65717D"/>
                </a:solidFill>
                <a:latin typeface="Arial"/>
                <a:ea typeface="Arial"/>
                <a:cs typeface="Arial"/>
              </a:defRPr>
            </a:defPPr>
            <a:lvl1pPr>
              <a:defRPr sz="1275" b="0">
                <a:solidFill>
                  <a:srgbClr val="65717D"/>
                </a:solidFill>
                <a:latin typeface="Arial"/>
                <a:ea typeface="Arial"/>
                <a:cs typeface="Arial"/>
              </a:defRPr>
            </a:lvl1pPr>
            <a:lvl2pPr>
              <a:defRPr sz="1275" b="0">
                <a:solidFill>
                  <a:srgbClr val="65717D"/>
                </a:solidFill>
                <a:latin typeface="Arial"/>
                <a:ea typeface="Arial"/>
                <a:cs typeface="Arial"/>
              </a:defRPr>
            </a:lvl2pPr>
            <a:lvl3pPr>
              <a:defRPr sz="1275" b="0">
                <a:solidFill>
                  <a:srgbClr val="65717D"/>
                </a:solidFill>
                <a:latin typeface="Arial"/>
                <a:ea typeface="Arial"/>
                <a:cs typeface="Arial"/>
              </a:defRPr>
            </a:lvl3pPr>
            <a:lvl4pPr>
              <a:defRPr sz="1275" b="0">
                <a:solidFill>
                  <a:srgbClr val="65717D"/>
                </a:solidFill>
                <a:latin typeface="Arial"/>
                <a:ea typeface="Arial"/>
                <a:cs typeface="Arial"/>
              </a:defRPr>
            </a:lvl4pPr>
            <a:lvl5pPr>
              <a:defRPr sz="1275" b="0">
                <a:solidFill>
                  <a:srgbClr val="65717D"/>
                </a:solidFill>
                <a:latin typeface="Arial"/>
                <a:ea typeface="Arial"/>
                <a:cs typeface="Arial"/>
              </a:defRPr>
            </a:lvl5pPr>
            <a:lvl6pPr>
              <a:defRPr sz="1275" b="0">
                <a:solidFill>
                  <a:srgbClr val="65717D"/>
                </a:solidFill>
                <a:latin typeface="Arial"/>
                <a:ea typeface="Arial"/>
                <a:cs typeface="Arial"/>
              </a:defRPr>
            </a:lvl6pPr>
            <a:lvl7pPr>
              <a:defRPr sz="1275" b="0">
                <a:solidFill>
                  <a:srgbClr val="65717D"/>
                </a:solidFill>
                <a:latin typeface="Arial"/>
                <a:ea typeface="Arial"/>
                <a:cs typeface="Arial"/>
              </a:defRPr>
            </a:lvl7pPr>
            <a:lvl8pPr>
              <a:defRPr sz="1275" b="0">
                <a:solidFill>
                  <a:srgbClr val="65717D"/>
                </a:solidFill>
                <a:latin typeface="Arial"/>
                <a:ea typeface="Arial"/>
                <a:cs typeface="Arial"/>
              </a:defRPr>
            </a:lvl8pPr>
            <a:lvl9pPr>
              <a:defRPr sz="1275" b="0">
                <a:solidFill>
                  <a:srgbClr val="65717D"/>
                </a:solidFill>
                <a:latin typeface="Arial"/>
                <a:ea typeface="Arial"/>
                <a:cs typeface="Arial"/>
              </a:defRPr>
            </a:lvl9pPr>
          </a:lstStyle>
          <a:p>
            <a:pPr>
              <a:defRPr sz="1275" b="0">
                <a:solidFill>
                  <a:srgbClr val="65717D"/>
                </a:solidFill>
                <a:latin typeface="Arial"/>
                <a:ea typeface="Arial"/>
                <a:cs typeface="Arial"/>
              </a:defRPr>
            </a:pPr>
            <a:r>
              <a:rPr sz="1275" b="0">
                <a:solidFill>
                  <a:srgbClr val="65717D"/>
                </a:solidFill>
                <a:latin typeface="Arial"/>
                <a:ea typeface="Arial"/>
                <a:cs typeface="Arial"/>
              </a:rPr>
              <a:t>Schema, kiểu dữ</a:t>
            </a:r>
          </a:p>
          <a:p>
            <a:pPr>
              <a:defRPr sz="1275" b="0">
                <a:solidFill>
                  <a:srgbClr val="65717D"/>
                </a:solidFill>
                <a:latin typeface="Arial"/>
                <a:ea typeface="Arial"/>
                <a:cs typeface="Arial"/>
              </a:defRPr>
            </a:pPr>
            <a:r>
              <a:rPr sz="1275" b="0">
                <a:solidFill>
                  <a:srgbClr val="65717D"/>
                </a:solidFill>
                <a:latin typeface="Arial"/>
                <a:ea typeface="Arial"/>
                <a:cs typeface="Arial"/>
              </a:rPr>
              <a:t>liệu, số lượng</a:t>
            </a:r>
          </a:p>
        </p:txBody>
      </p:sp>
      <p:sp>
        <p:nvSpPr>
          <p:cNvPr id="21" name="Rectangle 20">
            <a:extLst>
              <a:ext uri="{FF2B5EF4-FFF2-40B4-BE49-F238E27FC236}">
                <a16:creationId xmlns:a16="http://schemas.microsoft.com/office/drawing/2014/main" id="{DC3D78C3-D86E-41A7-9620-BD6704292B76}"/>
              </a:ext>
            </a:extLst>
          </p:cNvPr>
          <p:cNvSpPr>
            <a:spLocks noGrp="1"/>
          </p:cNvSpPr>
          <p:nvPr/>
        </p:nvSpPr>
        <p:spPr>
          <a:xfrm>
            <a:off x="6915150" y="2362200"/>
            <a:ext cx="742950" cy="28575"/>
          </a:xfrm>
          <a:prstGeom prst="rect">
            <a:avLst/>
          </a:prstGeom>
          <a:solidFill>
            <a:srgbClr val="D9D8D0"/>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3BB97302-9237-4DA6-A063-C70FD6AAC8CD}"/>
              </a:ext>
            </a:extLst>
          </p:cNvPr>
          <p:cNvSpPr>
            <a:spLocks noGrp="1"/>
          </p:cNvSpPr>
          <p:nvPr/>
        </p:nvSpPr>
        <p:spPr>
          <a:xfrm>
            <a:off x="7258050" y="2133600"/>
            <a:ext cx="304800" cy="381000"/>
          </a:xfrm>
          <a:prstGeom prst="rect">
            <a:avLst/>
          </a:prstGeom>
          <a:noFill/>
          <a:ln w="0">
            <a:noFill/>
            <a:prstDash val="solid"/>
          </a:ln>
        </p:spPr>
        <p:txBody>
          <a:bodyPr lIns="0" tIns="0" rIns="0" bIns="0"/>
          <a:lstStyle>
            <a:defPPr>
              <a:defRPr sz="2400" b="1">
                <a:solidFill>
                  <a:srgbClr val="2A7B78"/>
                </a:solidFill>
                <a:latin typeface="Arial"/>
                <a:ea typeface="Arial"/>
                <a:cs typeface="Arial"/>
              </a:defRPr>
            </a:defPPr>
            <a:lvl1pPr>
              <a:defRPr sz="2400" b="1">
                <a:solidFill>
                  <a:srgbClr val="2A7B78"/>
                </a:solidFill>
                <a:latin typeface="Arial"/>
                <a:ea typeface="Arial"/>
                <a:cs typeface="Arial"/>
              </a:defRPr>
            </a:lvl1pPr>
            <a:lvl2pPr>
              <a:defRPr sz="2400" b="1">
                <a:solidFill>
                  <a:srgbClr val="2A7B78"/>
                </a:solidFill>
                <a:latin typeface="Arial"/>
                <a:ea typeface="Arial"/>
                <a:cs typeface="Arial"/>
              </a:defRPr>
            </a:lvl2pPr>
            <a:lvl3pPr>
              <a:defRPr sz="2400" b="1">
                <a:solidFill>
                  <a:srgbClr val="2A7B78"/>
                </a:solidFill>
                <a:latin typeface="Arial"/>
                <a:ea typeface="Arial"/>
                <a:cs typeface="Arial"/>
              </a:defRPr>
            </a:lvl3pPr>
            <a:lvl4pPr>
              <a:defRPr sz="2400" b="1">
                <a:solidFill>
                  <a:srgbClr val="2A7B78"/>
                </a:solidFill>
                <a:latin typeface="Arial"/>
                <a:ea typeface="Arial"/>
                <a:cs typeface="Arial"/>
              </a:defRPr>
            </a:lvl4pPr>
            <a:lvl5pPr>
              <a:defRPr sz="2400" b="1">
                <a:solidFill>
                  <a:srgbClr val="2A7B78"/>
                </a:solidFill>
                <a:latin typeface="Arial"/>
                <a:ea typeface="Arial"/>
                <a:cs typeface="Arial"/>
              </a:defRPr>
            </a:lvl5pPr>
            <a:lvl6pPr>
              <a:defRPr sz="2400" b="1">
                <a:solidFill>
                  <a:srgbClr val="2A7B78"/>
                </a:solidFill>
                <a:latin typeface="Arial"/>
                <a:ea typeface="Arial"/>
                <a:cs typeface="Arial"/>
              </a:defRPr>
            </a:lvl6pPr>
            <a:lvl7pPr>
              <a:defRPr sz="2400" b="1">
                <a:solidFill>
                  <a:srgbClr val="2A7B78"/>
                </a:solidFill>
                <a:latin typeface="Arial"/>
                <a:ea typeface="Arial"/>
                <a:cs typeface="Arial"/>
              </a:defRPr>
            </a:lvl7pPr>
            <a:lvl8pPr>
              <a:defRPr sz="2400" b="1">
                <a:solidFill>
                  <a:srgbClr val="2A7B78"/>
                </a:solidFill>
                <a:latin typeface="Arial"/>
                <a:ea typeface="Arial"/>
                <a:cs typeface="Arial"/>
              </a:defRPr>
            </a:lvl8pPr>
            <a:lvl9pPr>
              <a:defRPr sz="2400" b="1">
                <a:solidFill>
                  <a:srgbClr val="2A7B78"/>
                </a:solidFill>
                <a:latin typeface="Arial"/>
                <a:ea typeface="Arial"/>
                <a:cs typeface="Arial"/>
              </a:defRPr>
            </a:lvl9pPr>
          </a:lstStyle>
          <a:p>
            <a:pPr>
              <a:defRPr sz="2400" b="1">
                <a:solidFill>
                  <a:srgbClr val="2A7B78"/>
                </a:solidFill>
                <a:latin typeface="Arial"/>
                <a:ea typeface="Arial"/>
                <a:cs typeface="Arial"/>
              </a:defRPr>
            </a:pPr>
            <a:r>
              <a:rPr sz="2400" b="1">
                <a:solidFill>
                  <a:srgbClr val="2A7B78"/>
                </a:solidFill>
                <a:latin typeface="Arial"/>
                <a:ea typeface="Arial"/>
                <a:cs typeface="Arial"/>
              </a:rPr>
              <a:t>›</a:t>
            </a:r>
          </a:p>
        </p:txBody>
      </p:sp>
      <p:sp>
        <p:nvSpPr>
          <p:cNvPr id="23" name="Oval 22">
            <a:extLst>
              <a:ext uri="{FF2B5EF4-FFF2-40B4-BE49-F238E27FC236}">
                <a16:creationId xmlns:a16="http://schemas.microsoft.com/office/drawing/2014/main" id="{B5DDFECA-3D8A-4691-B858-893E594D618B}"/>
              </a:ext>
            </a:extLst>
          </p:cNvPr>
          <p:cNvSpPr>
            <a:spLocks noGrp="1"/>
          </p:cNvSpPr>
          <p:nvPr/>
        </p:nvSpPr>
        <p:spPr>
          <a:xfrm>
            <a:off x="8169783" y="2126552"/>
            <a:ext cx="514350" cy="514350"/>
          </a:xfrm>
          <a:prstGeom prst="ellipse">
            <a:avLst/>
          </a:prstGeom>
          <a:solidFill>
            <a:srgbClr val="162B42"/>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7C30F07C-9F2D-4776-9CDA-088DA1B32C72}"/>
              </a:ext>
            </a:extLst>
          </p:cNvPr>
          <p:cNvSpPr>
            <a:spLocks noGrp="1"/>
          </p:cNvSpPr>
          <p:nvPr/>
        </p:nvSpPr>
        <p:spPr>
          <a:xfrm>
            <a:off x="8343900" y="2286000"/>
            <a:ext cx="400050" cy="228600"/>
          </a:xfrm>
          <a:prstGeom prst="rect">
            <a:avLst/>
          </a:prstGeom>
          <a:noFill/>
          <a:ln w="0">
            <a:noFill/>
            <a:prstDash val="solid"/>
          </a:ln>
        </p:spPr>
        <p:txBody>
          <a:bodyPr lIns="0" tIns="0" rIns="0" bIns="0"/>
          <a:lstStyle>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a:pPr>
              <a:defRPr sz="1125" b="1">
                <a:solidFill>
                  <a:srgbClr val="FFFFFF"/>
                </a:solidFill>
                <a:latin typeface="Arial"/>
                <a:ea typeface="Arial"/>
                <a:cs typeface="Arial"/>
              </a:defRPr>
            </a:pPr>
            <a:r>
              <a:rPr sz="1125" b="1">
                <a:solidFill>
                  <a:srgbClr val="FFFFFF"/>
                </a:solidFill>
                <a:latin typeface="Arial"/>
                <a:ea typeface="Arial"/>
                <a:cs typeface="Arial"/>
              </a:rPr>
              <a:t>04</a:t>
            </a:r>
          </a:p>
        </p:txBody>
      </p:sp>
      <p:sp>
        <p:nvSpPr>
          <p:cNvPr id="25" name="Rectangle 24">
            <a:extLst>
              <a:ext uri="{FF2B5EF4-FFF2-40B4-BE49-F238E27FC236}">
                <a16:creationId xmlns:a16="http://schemas.microsoft.com/office/drawing/2014/main" id="{53EC67AC-90E6-48B4-B68A-E41A627A88CC}"/>
              </a:ext>
            </a:extLst>
          </p:cNvPr>
          <p:cNvSpPr>
            <a:spLocks noGrp="1"/>
          </p:cNvSpPr>
          <p:nvPr/>
        </p:nvSpPr>
        <p:spPr>
          <a:xfrm>
            <a:off x="7772400" y="3009900"/>
            <a:ext cx="1562100" cy="6286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Tra catalog</a:t>
            </a:r>
          </a:p>
          <a:p>
            <a:pPr>
              <a:defRPr sz="1725" b="1">
                <a:solidFill>
                  <a:srgbClr val="182637"/>
                </a:solidFill>
                <a:latin typeface="Arial"/>
                <a:ea typeface="Arial"/>
                <a:cs typeface="Arial"/>
              </a:defRPr>
            </a:pPr>
            <a:r>
              <a:rPr sz="1725" b="1">
                <a:solidFill>
                  <a:srgbClr val="182637"/>
                </a:solidFill>
                <a:latin typeface="Arial"/>
                <a:ea typeface="Arial"/>
                <a:cs typeface="Arial"/>
              </a:rPr>
              <a:t>và rule</a:t>
            </a:r>
          </a:p>
        </p:txBody>
      </p:sp>
      <p:sp>
        <p:nvSpPr>
          <p:cNvPr id="26" name="Rectangle 25">
            <a:extLst>
              <a:ext uri="{FF2B5EF4-FFF2-40B4-BE49-F238E27FC236}">
                <a16:creationId xmlns:a16="http://schemas.microsoft.com/office/drawing/2014/main" id="{89E1FB13-3A19-4CAB-B73F-E0A9E98EB29C}"/>
              </a:ext>
            </a:extLst>
          </p:cNvPr>
          <p:cNvSpPr>
            <a:spLocks noGrp="1"/>
          </p:cNvSpPr>
          <p:nvPr/>
        </p:nvSpPr>
        <p:spPr>
          <a:xfrm>
            <a:off x="7772400" y="3790950"/>
            <a:ext cx="1676400" cy="552450"/>
          </a:xfrm>
          <a:prstGeom prst="rect">
            <a:avLst/>
          </a:prstGeom>
          <a:noFill/>
          <a:ln w="0">
            <a:noFill/>
            <a:prstDash val="solid"/>
          </a:ln>
        </p:spPr>
        <p:txBody>
          <a:bodyPr lIns="0" tIns="0" rIns="0" bIns="0"/>
          <a:lstStyle>
            <a:defPPr>
              <a:defRPr sz="1275" b="0">
                <a:solidFill>
                  <a:srgbClr val="65717D"/>
                </a:solidFill>
                <a:latin typeface="Arial"/>
                <a:ea typeface="Arial"/>
                <a:cs typeface="Arial"/>
              </a:defRPr>
            </a:defPPr>
            <a:lvl1pPr>
              <a:defRPr sz="1275" b="0">
                <a:solidFill>
                  <a:srgbClr val="65717D"/>
                </a:solidFill>
                <a:latin typeface="Arial"/>
                <a:ea typeface="Arial"/>
                <a:cs typeface="Arial"/>
              </a:defRPr>
            </a:lvl1pPr>
            <a:lvl2pPr>
              <a:defRPr sz="1275" b="0">
                <a:solidFill>
                  <a:srgbClr val="65717D"/>
                </a:solidFill>
                <a:latin typeface="Arial"/>
                <a:ea typeface="Arial"/>
                <a:cs typeface="Arial"/>
              </a:defRPr>
            </a:lvl2pPr>
            <a:lvl3pPr>
              <a:defRPr sz="1275" b="0">
                <a:solidFill>
                  <a:srgbClr val="65717D"/>
                </a:solidFill>
                <a:latin typeface="Arial"/>
                <a:ea typeface="Arial"/>
                <a:cs typeface="Arial"/>
              </a:defRPr>
            </a:lvl3pPr>
            <a:lvl4pPr>
              <a:defRPr sz="1275" b="0">
                <a:solidFill>
                  <a:srgbClr val="65717D"/>
                </a:solidFill>
                <a:latin typeface="Arial"/>
                <a:ea typeface="Arial"/>
                <a:cs typeface="Arial"/>
              </a:defRPr>
            </a:lvl4pPr>
            <a:lvl5pPr>
              <a:defRPr sz="1275" b="0">
                <a:solidFill>
                  <a:srgbClr val="65717D"/>
                </a:solidFill>
                <a:latin typeface="Arial"/>
                <a:ea typeface="Arial"/>
                <a:cs typeface="Arial"/>
              </a:defRPr>
            </a:lvl5pPr>
            <a:lvl6pPr>
              <a:defRPr sz="1275" b="0">
                <a:solidFill>
                  <a:srgbClr val="65717D"/>
                </a:solidFill>
                <a:latin typeface="Arial"/>
                <a:ea typeface="Arial"/>
                <a:cs typeface="Arial"/>
              </a:defRPr>
            </a:lvl6pPr>
            <a:lvl7pPr>
              <a:defRPr sz="1275" b="0">
                <a:solidFill>
                  <a:srgbClr val="65717D"/>
                </a:solidFill>
                <a:latin typeface="Arial"/>
                <a:ea typeface="Arial"/>
                <a:cs typeface="Arial"/>
              </a:defRPr>
            </a:lvl7pPr>
            <a:lvl8pPr>
              <a:defRPr sz="1275" b="0">
                <a:solidFill>
                  <a:srgbClr val="65717D"/>
                </a:solidFill>
                <a:latin typeface="Arial"/>
                <a:ea typeface="Arial"/>
                <a:cs typeface="Arial"/>
              </a:defRPr>
            </a:lvl8pPr>
            <a:lvl9pPr>
              <a:defRPr sz="1275" b="0">
                <a:solidFill>
                  <a:srgbClr val="65717D"/>
                </a:solidFill>
                <a:latin typeface="Arial"/>
                <a:ea typeface="Arial"/>
                <a:cs typeface="Arial"/>
              </a:defRPr>
            </a:lvl9pPr>
          </a:lstStyle>
          <a:p>
            <a:pPr>
              <a:defRPr sz="1275" b="0">
                <a:solidFill>
                  <a:srgbClr val="65717D"/>
                </a:solidFill>
                <a:latin typeface="Arial"/>
                <a:ea typeface="Arial"/>
                <a:cs typeface="Arial"/>
              </a:defRPr>
            </a:pPr>
            <a:r>
              <a:rPr sz="1275" b="0">
                <a:solidFill>
                  <a:srgbClr val="65717D"/>
                </a:solidFill>
                <a:latin typeface="Arial"/>
                <a:ea typeface="Arial"/>
                <a:cs typeface="Arial"/>
              </a:rPr>
              <a:t>SKU, giá, tồn</a:t>
            </a:r>
          </a:p>
          <a:p>
            <a:pPr>
              <a:defRPr sz="1275" b="0">
                <a:solidFill>
                  <a:srgbClr val="65717D"/>
                </a:solidFill>
                <a:latin typeface="Arial"/>
                <a:ea typeface="Arial"/>
                <a:cs typeface="Arial"/>
              </a:defRPr>
            </a:pPr>
            <a:r>
              <a:rPr sz="1275" b="0">
                <a:solidFill>
                  <a:srgbClr val="65717D"/>
                </a:solidFill>
                <a:latin typeface="Arial"/>
                <a:ea typeface="Arial"/>
                <a:cs typeface="Arial"/>
              </a:rPr>
              <a:t>và quyền phiên</a:t>
            </a:r>
          </a:p>
        </p:txBody>
      </p:sp>
      <p:sp>
        <p:nvSpPr>
          <p:cNvPr id="27" name="Rectangle 26">
            <a:extLst>
              <a:ext uri="{FF2B5EF4-FFF2-40B4-BE49-F238E27FC236}">
                <a16:creationId xmlns:a16="http://schemas.microsoft.com/office/drawing/2014/main" id="{23378604-70CF-4962-97B3-FBAFF710BF7A}"/>
              </a:ext>
            </a:extLst>
          </p:cNvPr>
          <p:cNvSpPr>
            <a:spLocks noGrp="1"/>
          </p:cNvSpPr>
          <p:nvPr/>
        </p:nvSpPr>
        <p:spPr>
          <a:xfrm>
            <a:off x="9239250" y="2362200"/>
            <a:ext cx="742950" cy="28575"/>
          </a:xfrm>
          <a:prstGeom prst="rect">
            <a:avLst/>
          </a:prstGeom>
          <a:solidFill>
            <a:srgbClr val="D9D8D0"/>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64963C52-F1B8-4FF6-B4CE-A08F70124B9E}"/>
              </a:ext>
            </a:extLst>
          </p:cNvPr>
          <p:cNvSpPr>
            <a:spLocks noGrp="1"/>
          </p:cNvSpPr>
          <p:nvPr/>
        </p:nvSpPr>
        <p:spPr>
          <a:xfrm>
            <a:off x="9582150" y="2133600"/>
            <a:ext cx="304800" cy="381000"/>
          </a:xfrm>
          <a:prstGeom prst="rect">
            <a:avLst/>
          </a:prstGeom>
          <a:noFill/>
          <a:ln w="0">
            <a:noFill/>
            <a:prstDash val="solid"/>
          </a:ln>
        </p:spPr>
        <p:txBody>
          <a:bodyPr lIns="0" tIns="0" rIns="0" bIns="0"/>
          <a:lstStyle>
            <a:defPPr>
              <a:defRPr sz="2400" b="1">
                <a:solidFill>
                  <a:srgbClr val="2A7B78"/>
                </a:solidFill>
                <a:latin typeface="Arial"/>
                <a:ea typeface="Arial"/>
                <a:cs typeface="Arial"/>
              </a:defRPr>
            </a:defPPr>
            <a:lvl1pPr>
              <a:defRPr sz="2400" b="1">
                <a:solidFill>
                  <a:srgbClr val="2A7B78"/>
                </a:solidFill>
                <a:latin typeface="Arial"/>
                <a:ea typeface="Arial"/>
                <a:cs typeface="Arial"/>
              </a:defRPr>
            </a:lvl1pPr>
            <a:lvl2pPr>
              <a:defRPr sz="2400" b="1">
                <a:solidFill>
                  <a:srgbClr val="2A7B78"/>
                </a:solidFill>
                <a:latin typeface="Arial"/>
                <a:ea typeface="Arial"/>
                <a:cs typeface="Arial"/>
              </a:defRPr>
            </a:lvl2pPr>
            <a:lvl3pPr>
              <a:defRPr sz="2400" b="1">
                <a:solidFill>
                  <a:srgbClr val="2A7B78"/>
                </a:solidFill>
                <a:latin typeface="Arial"/>
                <a:ea typeface="Arial"/>
                <a:cs typeface="Arial"/>
              </a:defRPr>
            </a:lvl3pPr>
            <a:lvl4pPr>
              <a:defRPr sz="2400" b="1">
                <a:solidFill>
                  <a:srgbClr val="2A7B78"/>
                </a:solidFill>
                <a:latin typeface="Arial"/>
                <a:ea typeface="Arial"/>
                <a:cs typeface="Arial"/>
              </a:defRPr>
            </a:lvl4pPr>
            <a:lvl5pPr>
              <a:defRPr sz="2400" b="1">
                <a:solidFill>
                  <a:srgbClr val="2A7B78"/>
                </a:solidFill>
                <a:latin typeface="Arial"/>
                <a:ea typeface="Arial"/>
                <a:cs typeface="Arial"/>
              </a:defRPr>
            </a:lvl5pPr>
            <a:lvl6pPr>
              <a:defRPr sz="2400" b="1">
                <a:solidFill>
                  <a:srgbClr val="2A7B78"/>
                </a:solidFill>
                <a:latin typeface="Arial"/>
                <a:ea typeface="Arial"/>
                <a:cs typeface="Arial"/>
              </a:defRPr>
            </a:lvl6pPr>
            <a:lvl7pPr>
              <a:defRPr sz="2400" b="1">
                <a:solidFill>
                  <a:srgbClr val="2A7B78"/>
                </a:solidFill>
                <a:latin typeface="Arial"/>
                <a:ea typeface="Arial"/>
                <a:cs typeface="Arial"/>
              </a:defRPr>
            </a:lvl7pPr>
            <a:lvl8pPr>
              <a:defRPr sz="2400" b="1">
                <a:solidFill>
                  <a:srgbClr val="2A7B78"/>
                </a:solidFill>
                <a:latin typeface="Arial"/>
                <a:ea typeface="Arial"/>
                <a:cs typeface="Arial"/>
              </a:defRPr>
            </a:lvl8pPr>
            <a:lvl9pPr>
              <a:defRPr sz="2400" b="1">
                <a:solidFill>
                  <a:srgbClr val="2A7B78"/>
                </a:solidFill>
                <a:latin typeface="Arial"/>
                <a:ea typeface="Arial"/>
                <a:cs typeface="Arial"/>
              </a:defRPr>
            </a:lvl9pPr>
          </a:lstStyle>
          <a:p>
            <a:pPr>
              <a:defRPr sz="2400" b="1">
                <a:solidFill>
                  <a:srgbClr val="2A7B78"/>
                </a:solidFill>
                <a:latin typeface="Arial"/>
                <a:ea typeface="Arial"/>
                <a:cs typeface="Arial"/>
              </a:defRPr>
            </a:pPr>
            <a:r>
              <a:rPr sz="2400" b="1">
                <a:solidFill>
                  <a:srgbClr val="2A7B78"/>
                </a:solidFill>
                <a:latin typeface="Arial"/>
                <a:ea typeface="Arial"/>
                <a:cs typeface="Arial"/>
              </a:rPr>
              <a:t>›</a:t>
            </a:r>
          </a:p>
        </p:txBody>
      </p:sp>
      <p:sp>
        <p:nvSpPr>
          <p:cNvPr id="29" name="Oval 28">
            <a:extLst>
              <a:ext uri="{FF2B5EF4-FFF2-40B4-BE49-F238E27FC236}">
                <a16:creationId xmlns:a16="http://schemas.microsoft.com/office/drawing/2014/main" id="{FAEAF741-4EB4-40F5-BEA7-DBF7F55D9B35}"/>
              </a:ext>
            </a:extLst>
          </p:cNvPr>
          <p:cNvSpPr>
            <a:spLocks noGrp="1"/>
          </p:cNvSpPr>
          <p:nvPr/>
        </p:nvSpPr>
        <p:spPr>
          <a:xfrm>
            <a:off x="10506075" y="2119312"/>
            <a:ext cx="514350" cy="514350"/>
          </a:xfrm>
          <a:prstGeom prst="ellipse">
            <a:avLst/>
          </a:prstGeom>
          <a:solidFill>
            <a:srgbClr val="EF7055"/>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4B329FF1-EC69-46C8-9855-93A0EBB9666E}"/>
              </a:ext>
            </a:extLst>
          </p:cNvPr>
          <p:cNvSpPr>
            <a:spLocks noGrp="1"/>
          </p:cNvSpPr>
          <p:nvPr/>
        </p:nvSpPr>
        <p:spPr>
          <a:xfrm>
            <a:off x="10668000" y="2286000"/>
            <a:ext cx="400050" cy="228600"/>
          </a:xfrm>
          <a:prstGeom prst="rect">
            <a:avLst/>
          </a:prstGeom>
          <a:noFill/>
          <a:ln w="0">
            <a:noFill/>
            <a:prstDash val="solid"/>
          </a:ln>
        </p:spPr>
        <p:txBody>
          <a:bodyPr lIns="0" tIns="0" rIns="0" bIns="0"/>
          <a:lstStyle>
            <a:defPPr>
              <a:defRPr sz="1125" b="1">
                <a:solidFill>
                  <a:srgbClr val="FFFFFF"/>
                </a:solidFill>
                <a:latin typeface="Arial"/>
                <a:ea typeface="Arial"/>
                <a:cs typeface="Arial"/>
              </a:defRPr>
            </a:defPPr>
            <a:lvl1pPr>
              <a:defRPr sz="1125" b="1">
                <a:solidFill>
                  <a:srgbClr val="FFFFFF"/>
                </a:solidFill>
                <a:latin typeface="Arial"/>
                <a:ea typeface="Arial"/>
                <a:cs typeface="Arial"/>
              </a:defRPr>
            </a:lvl1pPr>
            <a:lvl2pPr>
              <a:defRPr sz="1125" b="1">
                <a:solidFill>
                  <a:srgbClr val="FFFFFF"/>
                </a:solidFill>
                <a:latin typeface="Arial"/>
                <a:ea typeface="Arial"/>
                <a:cs typeface="Arial"/>
              </a:defRPr>
            </a:lvl2pPr>
            <a:lvl3pPr>
              <a:defRPr sz="1125" b="1">
                <a:solidFill>
                  <a:srgbClr val="FFFFFF"/>
                </a:solidFill>
                <a:latin typeface="Arial"/>
                <a:ea typeface="Arial"/>
                <a:cs typeface="Arial"/>
              </a:defRPr>
            </a:lvl3pPr>
            <a:lvl4pPr>
              <a:defRPr sz="1125" b="1">
                <a:solidFill>
                  <a:srgbClr val="FFFFFF"/>
                </a:solidFill>
                <a:latin typeface="Arial"/>
                <a:ea typeface="Arial"/>
                <a:cs typeface="Arial"/>
              </a:defRPr>
            </a:lvl4pPr>
            <a:lvl5pPr>
              <a:defRPr sz="1125" b="1">
                <a:solidFill>
                  <a:srgbClr val="FFFFFF"/>
                </a:solidFill>
                <a:latin typeface="Arial"/>
                <a:ea typeface="Arial"/>
                <a:cs typeface="Arial"/>
              </a:defRPr>
            </a:lvl5pPr>
            <a:lvl6pPr>
              <a:defRPr sz="1125" b="1">
                <a:solidFill>
                  <a:srgbClr val="FFFFFF"/>
                </a:solidFill>
                <a:latin typeface="Arial"/>
                <a:ea typeface="Arial"/>
                <a:cs typeface="Arial"/>
              </a:defRPr>
            </a:lvl6pPr>
            <a:lvl7pPr>
              <a:defRPr sz="1125" b="1">
                <a:solidFill>
                  <a:srgbClr val="FFFFFF"/>
                </a:solidFill>
                <a:latin typeface="Arial"/>
                <a:ea typeface="Arial"/>
                <a:cs typeface="Arial"/>
              </a:defRPr>
            </a:lvl7pPr>
            <a:lvl8pPr>
              <a:defRPr sz="1125" b="1">
                <a:solidFill>
                  <a:srgbClr val="FFFFFF"/>
                </a:solidFill>
                <a:latin typeface="Arial"/>
                <a:ea typeface="Arial"/>
                <a:cs typeface="Arial"/>
              </a:defRPr>
            </a:lvl8pPr>
            <a:lvl9pPr>
              <a:defRPr sz="1125" b="1">
                <a:solidFill>
                  <a:srgbClr val="FFFFFF"/>
                </a:solidFill>
                <a:latin typeface="Arial"/>
                <a:ea typeface="Arial"/>
                <a:cs typeface="Arial"/>
              </a:defRPr>
            </a:lvl9pPr>
          </a:lstStyle>
          <a:p>
            <a:pPr>
              <a:defRPr sz="1125" b="1">
                <a:solidFill>
                  <a:srgbClr val="FFFFFF"/>
                </a:solidFill>
                <a:latin typeface="Arial"/>
                <a:ea typeface="Arial"/>
                <a:cs typeface="Arial"/>
              </a:defRPr>
            </a:pPr>
            <a:r>
              <a:rPr sz="1125" b="1">
                <a:solidFill>
                  <a:srgbClr val="FFFFFF"/>
                </a:solidFill>
                <a:latin typeface="Arial"/>
                <a:ea typeface="Arial"/>
                <a:cs typeface="Arial"/>
              </a:rPr>
              <a:t>05</a:t>
            </a:r>
          </a:p>
        </p:txBody>
      </p:sp>
      <p:sp>
        <p:nvSpPr>
          <p:cNvPr id="31" name="Rectangle 30">
            <a:extLst>
              <a:ext uri="{FF2B5EF4-FFF2-40B4-BE49-F238E27FC236}">
                <a16:creationId xmlns:a16="http://schemas.microsoft.com/office/drawing/2014/main" id="{6E16C959-9DF7-4E06-B6A0-B3E079F8EB66}"/>
              </a:ext>
            </a:extLst>
          </p:cNvPr>
          <p:cNvSpPr>
            <a:spLocks noGrp="1"/>
          </p:cNvSpPr>
          <p:nvPr/>
        </p:nvSpPr>
        <p:spPr>
          <a:xfrm>
            <a:off x="10096500" y="3009900"/>
            <a:ext cx="1562100" cy="628650"/>
          </a:xfrm>
          <a:prstGeom prst="rect">
            <a:avLst/>
          </a:prstGeom>
          <a:noFill/>
          <a:ln w="0">
            <a:noFill/>
            <a:prstDash val="solid"/>
          </a:ln>
        </p:spPr>
        <p:txBody>
          <a:bodyPr lIns="0" tIns="0" rIns="0" bIns="0"/>
          <a:lstStyle>
            <a:defPPr>
              <a:defRPr sz="1725" b="1">
                <a:solidFill>
                  <a:srgbClr val="182637"/>
                </a:solidFill>
                <a:latin typeface="Arial"/>
                <a:ea typeface="Arial"/>
                <a:cs typeface="Arial"/>
              </a:defRPr>
            </a:defPPr>
            <a:lvl1pPr>
              <a:defRPr sz="1725" b="1">
                <a:solidFill>
                  <a:srgbClr val="182637"/>
                </a:solidFill>
                <a:latin typeface="Arial"/>
                <a:ea typeface="Arial"/>
                <a:cs typeface="Arial"/>
              </a:defRPr>
            </a:lvl1pPr>
            <a:lvl2pPr>
              <a:defRPr sz="1725" b="1">
                <a:solidFill>
                  <a:srgbClr val="182637"/>
                </a:solidFill>
                <a:latin typeface="Arial"/>
                <a:ea typeface="Arial"/>
                <a:cs typeface="Arial"/>
              </a:defRPr>
            </a:lvl2pPr>
            <a:lvl3pPr>
              <a:defRPr sz="1725" b="1">
                <a:solidFill>
                  <a:srgbClr val="182637"/>
                </a:solidFill>
                <a:latin typeface="Arial"/>
                <a:ea typeface="Arial"/>
                <a:cs typeface="Arial"/>
              </a:defRPr>
            </a:lvl3pPr>
            <a:lvl4pPr>
              <a:defRPr sz="1725" b="1">
                <a:solidFill>
                  <a:srgbClr val="182637"/>
                </a:solidFill>
                <a:latin typeface="Arial"/>
                <a:ea typeface="Arial"/>
                <a:cs typeface="Arial"/>
              </a:defRPr>
            </a:lvl4pPr>
            <a:lvl5pPr>
              <a:defRPr sz="1725" b="1">
                <a:solidFill>
                  <a:srgbClr val="182637"/>
                </a:solidFill>
                <a:latin typeface="Arial"/>
                <a:ea typeface="Arial"/>
                <a:cs typeface="Arial"/>
              </a:defRPr>
            </a:lvl5pPr>
            <a:lvl6pPr>
              <a:defRPr sz="1725" b="1">
                <a:solidFill>
                  <a:srgbClr val="182637"/>
                </a:solidFill>
                <a:latin typeface="Arial"/>
                <a:ea typeface="Arial"/>
                <a:cs typeface="Arial"/>
              </a:defRPr>
            </a:lvl6pPr>
            <a:lvl7pPr>
              <a:defRPr sz="1725" b="1">
                <a:solidFill>
                  <a:srgbClr val="182637"/>
                </a:solidFill>
                <a:latin typeface="Arial"/>
                <a:ea typeface="Arial"/>
                <a:cs typeface="Arial"/>
              </a:defRPr>
            </a:lvl7pPr>
            <a:lvl8pPr>
              <a:defRPr sz="1725" b="1">
                <a:solidFill>
                  <a:srgbClr val="182637"/>
                </a:solidFill>
                <a:latin typeface="Arial"/>
                <a:ea typeface="Arial"/>
                <a:cs typeface="Arial"/>
              </a:defRPr>
            </a:lvl8pPr>
            <a:lvl9pPr>
              <a:defRPr sz="1725" b="1">
                <a:solidFill>
                  <a:srgbClr val="182637"/>
                </a:solidFill>
                <a:latin typeface="Arial"/>
                <a:ea typeface="Arial"/>
                <a:cs typeface="Arial"/>
              </a:defRPr>
            </a:lvl9pPr>
          </a:lstStyle>
          <a:p>
            <a:pPr>
              <a:defRPr sz="1725" b="1">
                <a:solidFill>
                  <a:srgbClr val="182637"/>
                </a:solidFill>
                <a:latin typeface="Arial"/>
                <a:ea typeface="Arial"/>
                <a:cs typeface="Arial"/>
              </a:defRPr>
            </a:pPr>
            <a:r>
              <a:rPr sz="1725" b="1">
                <a:solidFill>
                  <a:srgbClr val="182637"/>
                </a:solidFill>
                <a:latin typeface="Arial"/>
                <a:ea typeface="Arial"/>
                <a:cs typeface="Arial"/>
              </a:rPr>
              <a:t>Trả lời</a:t>
            </a:r>
          </a:p>
          <a:p>
            <a:pPr>
              <a:defRPr sz="1725" b="1">
                <a:solidFill>
                  <a:srgbClr val="182637"/>
                </a:solidFill>
                <a:latin typeface="Arial"/>
                <a:ea typeface="Arial"/>
                <a:cs typeface="Arial"/>
              </a:defRPr>
            </a:pPr>
            <a:r>
              <a:rPr sz="1725" b="1">
                <a:solidFill>
                  <a:srgbClr val="182637"/>
                </a:solidFill>
                <a:latin typeface="Arial"/>
                <a:ea typeface="Arial"/>
                <a:cs typeface="Arial"/>
              </a:rPr>
              <a:t>có kiểm soát</a:t>
            </a:r>
          </a:p>
        </p:txBody>
      </p:sp>
      <p:sp>
        <p:nvSpPr>
          <p:cNvPr id="32" name="Rectangle 31">
            <a:extLst>
              <a:ext uri="{FF2B5EF4-FFF2-40B4-BE49-F238E27FC236}">
                <a16:creationId xmlns:a16="http://schemas.microsoft.com/office/drawing/2014/main" id="{90C525F2-7EBD-48D9-87B7-9A0D1DBBE46E}"/>
              </a:ext>
            </a:extLst>
          </p:cNvPr>
          <p:cNvSpPr>
            <a:spLocks noGrp="1"/>
          </p:cNvSpPr>
          <p:nvPr/>
        </p:nvSpPr>
        <p:spPr>
          <a:xfrm>
            <a:off x="10096500" y="3790950"/>
            <a:ext cx="1676400" cy="552450"/>
          </a:xfrm>
          <a:prstGeom prst="rect">
            <a:avLst/>
          </a:prstGeom>
          <a:noFill/>
          <a:ln w="0">
            <a:noFill/>
            <a:prstDash val="solid"/>
          </a:ln>
        </p:spPr>
        <p:txBody>
          <a:bodyPr lIns="0" tIns="0" rIns="0" bIns="0"/>
          <a:lstStyle>
            <a:defPPr>
              <a:defRPr sz="1275" b="0">
                <a:solidFill>
                  <a:srgbClr val="65717D"/>
                </a:solidFill>
                <a:latin typeface="Arial"/>
                <a:ea typeface="Arial"/>
                <a:cs typeface="Arial"/>
              </a:defRPr>
            </a:defPPr>
            <a:lvl1pPr>
              <a:defRPr sz="1275" b="0">
                <a:solidFill>
                  <a:srgbClr val="65717D"/>
                </a:solidFill>
                <a:latin typeface="Arial"/>
                <a:ea typeface="Arial"/>
                <a:cs typeface="Arial"/>
              </a:defRPr>
            </a:lvl1pPr>
            <a:lvl2pPr>
              <a:defRPr sz="1275" b="0">
                <a:solidFill>
                  <a:srgbClr val="65717D"/>
                </a:solidFill>
                <a:latin typeface="Arial"/>
                <a:ea typeface="Arial"/>
                <a:cs typeface="Arial"/>
              </a:defRPr>
            </a:lvl2pPr>
            <a:lvl3pPr>
              <a:defRPr sz="1275" b="0">
                <a:solidFill>
                  <a:srgbClr val="65717D"/>
                </a:solidFill>
                <a:latin typeface="Arial"/>
                <a:ea typeface="Arial"/>
                <a:cs typeface="Arial"/>
              </a:defRPr>
            </a:lvl3pPr>
            <a:lvl4pPr>
              <a:defRPr sz="1275" b="0">
                <a:solidFill>
                  <a:srgbClr val="65717D"/>
                </a:solidFill>
                <a:latin typeface="Arial"/>
                <a:ea typeface="Arial"/>
                <a:cs typeface="Arial"/>
              </a:defRPr>
            </a:lvl4pPr>
            <a:lvl5pPr>
              <a:defRPr sz="1275" b="0">
                <a:solidFill>
                  <a:srgbClr val="65717D"/>
                </a:solidFill>
                <a:latin typeface="Arial"/>
                <a:ea typeface="Arial"/>
                <a:cs typeface="Arial"/>
              </a:defRPr>
            </a:lvl5pPr>
            <a:lvl6pPr>
              <a:defRPr sz="1275" b="0">
                <a:solidFill>
                  <a:srgbClr val="65717D"/>
                </a:solidFill>
                <a:latin typeface="Arial"/>
                <a:ea typeface="Arial"/>
                <a:cs typeface="Arial"/>
              </a:defRPr>
            </a:lvl6pPr>
            <a:lvl7pPr>
              <a:defRPr sz="1275" b="0">
                <a:solidFill>
                  <a:srgbClr val="65717D"/>
                </a:solidFill>
                <a:latin typeface="Arial"/>
                <a:ea typeface="Arial"/>
                <a:cs typeface="Arial"/>
              </a:defRPr>
            </a:lvl7pPr>
            <a:lvl8pPr>
              <a:defRPr sz="1275" b="0">
                <a:solidFill>
                  <a:srgbClr val="65717D"/>
                </a:solidFill>
                <a:latin typeface="Arial"/>
                <a:ea typeface="Arial"/>
                <a:cs typeface="Arial"/>
              </a:defRPr>
            </a:lvl8pPr>
            <a:lvl9pPr>
              <a:defRPr sz="1275" b="0">
                <a:solidFill>
                  <a:srgbClr val="65717D"/>
                </a:solidFill>
                <a:latin typeface="Arial"/>
                <a:ea typeface="Arial"/>
                <a:cs typeface="Arial"/>
              </a:defRPr>
            </a:lvl9pPr>
          </a:lstStyle>
          <a:p>
            <a:pPr>
              <a:defRPr sz="1275" b="0">
                <a:solidFill>
                  <a:srgbClr val="65717D"/>
                </a:solidFill>
                <a:latin typeface="Arial"/>
                <a:ea typeface="Arial"/>
                <a:cs typeface="Arial"/>
              </a:defRPr>
            </a:pPr>
            <a:r>
              <a:rPr sz="1275" b="0" dirty="0" err="1">
                <a:solidFill>
                  <a:srgbClr val="65717D"/>
                </a:solidFill>
                <a:latin typeface="Arial"/>
                <a:ea typeface="Arial"/>
                <a:cs typeface="Arial"/>
              </a:rPr>
              <a:t>Trả</a:t>
            </a:r>
            <a:r>
              <a:rPr sz="1275" b="0" dirty="0">
                <a:solidFill>
                  <a:srgbClr val="65717D"/>
                </a:solidFill>
                <a:latin typeface="Arial"/>
                <a:ea typeface="Arial"/>
                <a:cs typeface="Arial"/>
              </a:rPr>
              <a:t> </a:t>
            </a:r>
            <a:r>
              <a:rPr sz="1275" b="0" dirty="0" err="1">
                <a:solidFill>
                  <a:srgbClr val="65717D"/>
                </a:solidFill>
                <a:latin typeface="Arial"/>
                <a:ea typeface="Arial"/>
                <a:cs typeface="Arial"/>
              </a:rPr>
              <a:t>lời</a:t>
            </a:r>
            <a:r>
              <a:rPr sz="1275" b="0" dirty="0">
                <a:solidFill>
                  <a:srgbClr val="65717D"/>
                </a:solidFill>
                <a:latin typeface="Arial"/>
                <a:ea typeface="Arial"/>
                <a:cs typeface="Arial"/>
              </a:rPr>
              <a:t>, </a:t>
            </a:r>
            <a:r>
              <a:rPr sz="1275" b="0" dirty="0" err="1">
                <a:solidFill>
                  <a:srgbClr val="65717D"/>
                </a:solidFill>
                <a:latin typeface="Arial"/>
                <a:ea typeface="Arial"/>
                <a:cs typeface="Arial"/>
              </a:rPr>
              <a:t>hỏi</a:t>
            </a:r>
            <a:r>
              <a:rPr sz="1275" b="0" dirty="0">
                <a:solidFill>
                  <a:srgbClr val="65717D"/>
                </a:solidFill>
                <a:latin typeface="Arial"/>
                <a:ea typeface="Arial"/>
                <a:cs typeface="Arial"/>
              </a:rPr>
              <a:t> </a:t>
            </a:r>
            <a:r>
              <a:rPr sz="1275" b="0" dirty="0" err="1">
                <a:solidFill>
                  <a:srgbClr val="65717D"/>
                </a:solidFill>
                <a:latin typeface="Arial"/>
                <a:ea typeface="Arial"/>
                <a:cs typeface="Arial"/>
              </a:rPr>
              <a:t>th</a:t>
            </a:r>
            <a:r>
              <a:rPr lang="en-US" sz="1275" b="0" dirty="0" err="1">
                <a:solidFill>
                  <a:srgbClr val="65717D"/>
                </a:solidFill>
                <a:latin typeface="Arial"/>
                <a:ea typeface="Arial"/>
                <a:cs typeface="Arial"/>
              </a:rPr>
              <a:t>êm</a:t>
            </a:r>
            <a:r>
              <a:rPr lang="en-US" dirty="0"/>
              <a:t> </a:t>
            </a:r>
            <a:r>
              <a:rPr sz="1275" b="0" dirty="0" err="1">
                <a:solidFill>
                  <a:srgbClr val="65717D"/>
                </a:solidFill>
                <a:latin typeface="Arial"/>
                <a:ea typeface="Arial"/>
                <a:cs typeface="Arial"/>
              </a:rPr>
              <a:t>hoặc</a:t>
            </a:r>
            <a:r>
              <a:rPr sz="1275" b="0" dirty="0">
                <a:solidFill>
                  <a:srgbClr val="65717D"/>
                </a:solidFill>
                <a:latin typeface="Arial"/>
                <a:ea typeface="Arial"/>
                <a:cs typeface="Arial"/>
              </a:rPr>
              <a:t> handoff</a:t>
            </a:r>
          </a:p>
        </p:txBody>
      </p:sp>
      <p:sp>
        <p:nvSpPr>
          <p:cNvPr id="33" name="Rectangle 32">
            <a:extLst>
              <a:ext uri="{FF2B5EF4-FFF2-40B4-BE49-F238E27FC236}">
                <a16:creationId xmlns:a16="http://schemas.microsoft.com/office/drawing/2014/main" id="{27082A18-15B9-4BEA-818B-BBFA717C85A0}"/>
              </a:ext>
            </a:extLst>
          </p:cNvPr>
          <p:cNvSpPr>
            <a:spLocks noGrp="1"/>
          </p:cNvSpPr>
          <p:nvPr/>
        </p:nvSpPr>
        <p:spPr>
          <a:xfrm>
            <a:off x="685800" y="4876800"/>
            <a:ext cx="10820400" cy="9525"/>
          </a:xfrm>
          <a:prstGeom prst="rect">
            <a:avLst/>
          </a:prstGeom>
          <a:solidFill>
            <a:srgbClr val="D9D8D0"/>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DE651DF1-405F-4F4A-932E-E77CBE88E059}"/>
              </a:ext>
            </a:extLst>
          </p:cNvPr>
          <p:cNvSpPr>
            <a:spLocks noGrp="1"/>
          </p:cNvSpPr>
          <p:nvPr/>
        </p:nvSpPr>
        <p:spPr>
          <a:xfrm>
            <a:off x="876300" y="5219700"/>
            <a:ext cx="10477500" cy="438150"/>
          </a:xfrm>
          <a:prstGeom prst="rect">
            <a:avLst/>
          </a:prstGeom>
          <a:noFill/>
          <a:ln w="0">
            <a:noFill/>
            <a:prstDash val="solid"/>
          </a:ln>
        </p:spPr>
        <p:txBody>
          <a:bodyPr lIns="0" tIns="0" rIns="0" bIns="0"/>
          <a:lstStyle>
            <a:defPPr>
              <a:defRPr sz="1575" b="1">
                <a:solidFill>
                  <a:srgbClr val="2A7B78"/>
                </a:solidFill>
                <a:latin typeface="Arial"/>
                <a:ea typeface="Arial"/>
                <a:cs typeface="Arial"/>
              </a:defRPr>
            </a:defPPr>
            <a:lvl1pPr>
              <a:defRPr sz="1575" b="1">
                <a:solidFill>
                  <a:srgbClr val="2A7B78"/>
                </a:solidFill>
                <a:latin typeface="Arial"/>
                <a:ea typeface="Arial"/>
                <a:cs typeface="Arial"/>
              </a:defRPr>
            </a:lvl1pPr>
            <a:lvl2pPr>
              <a:defRPr sz="1575" b="1">
                <a:solidFill>
                  <a:srgbClr val="2A7B78"/>
                </a:solidFill>
                <a:latin typeface="Arial"/>
                <a:ea typeface="Arial"/>
                <a:cs typeface="Arial"/>
              </a:defRPr>
            </a:lvl2pPr>
            <a:lvl3pPr>
              <a:defRPr sz="1575" b="1">
                <a:solidFill>
                  <a:srgbClr val="2A7B78"/>
                </a:solidFill>
                <a:latin typeface="Arial"/>
                <a:ea typeface="Arial"/>
                <a:cs typeface="Arial"/>
              </a:defRPr>
            </a:lvl3pPr>
            <a:lvl4pPr>
              <a:defRPr sz="1575" b="1">
                <a:solidFill>
                  <a:srgbClr val="2A7B78"/>
                </a:solidFill>
                <a:latin typeface="Arial"/>
                <a:ea typeface="Arial"/>
                <a:cs typeface="Arial"/>
              </a:defRPr>
            </a:lvl4pPr>
            <a:lvl5pPr>
              <a:defRPr sz="1575" b="1">
                <a:solidFill>
                  <a:srgbClr val="2A7B78"/>
                </a:solidFill>
                <a:latin typeface="Arial"/>
                <a:ea typeface="Arial"/>
                <a:cs typeface="Arial"/>
              </a:defRPr>
            </a:lvl5pPr>
            <a:lvl6pPr>
              <a:defRPr sz="1575" b="1">
                <a:solidFill>
                  <a:srgbClr val="2A7B78"/>
                </a:solidFill>
                <a:latin typeface="Arial"/>
                <a:ea typeface="Arial"/>
                <a:cs typeface="Arial"/>
              </a:defRPr>
            </a:lvl6pPr>
            <a:lvl7pPr>
              <a:defRPr sz="1575" b="1">
                <a:solidFill>
                  <a:srgbClr val="2A7B78"/>
                </a:solidFill>
                <a:latin typeface="Arial"/>
                <a:ea typeface="Arial"/>
                <a:cs typeface="Arial"/>
              </a:defRPr>
            </a:lvl7pPr>
            <a:lvl8pPr>
              <a:defRPr sz="1575" b="1">
                <a:solidFill>
                  <a:srgbClr val="2A7B78"/>
                </a:solidFill>
                <a:latin typeface="Arial"/>
                <a:ea typeface="Arial"/>
                <a:cs typeface="Arial"/>
              </a:defRPr>
            </a:lvl8pPr>
            <a:lvl9pPr>
              <a:defRPr sz="1575" b="1">
                <a:solidFill>
                  <a:srgbClr val="2A7B78"/>
                </a:solidFill>
                <a:latin typeface="Arial"/>
                <a:ea typeface="Arial"/>
                <a:cs typeface="Arial"/>
              </a:defRPr>
            </a:lvl9pPr>
          </a:lstStyle>
          <a:p>
            <a:pPr>
              <a:defRPr sz="1575" b="1">
                <a:solidFill>
                  <a:srgbClr val="2A7B78"/>
                </a:solidFill>
                <a:latin typeface="Arial"/>
                <a:ea typeface="Arial"/>
                <a:cs typeface="Arial"/>
              </a:defRPr>
            </a:pPr>
            <a:r>
              <a:rPr sz="1575" b="1">
                <a:solidFill>
                  <a:srgbClr val="2A7B78"/>
                </a:solidFill>
                <a:latin typeface="Arial"/>
                <a:ea typeface="Arial"/>
                <a:cs typeface="Arial"/>
              </a:rPr>
              <a:t>Output sai hoặc thiếu dữ liệu? Dừng lại và hỏi, không ghi đơn.</a:t>
            </a:r>
          </a:p>
        </p:txBody>
      </p:sp>
    </p:spTree>
    <p:extLst>
      <p:ext uri="{BB962C8B-B14F-4D97-AF65-F5344CB8AC3E}">
        <p14:creationId xmlns:p14="http://schemas.microsoft.com/office/powerpoint/2010/main" val="572135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34D979A-AF6D-4703-9566-2466643980BD}"/>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PROMPT ENGINEERING</a:t>
            </a:r>
          </a:p>
        </p:txBody>
      </p:sp>
      <p:sp>
        <p:nvSpPr>
          <p:cNvPr id="2" name="Rectangle 1">
            <a:extLst>
              <a:ext uri="{FF2B5EF4-FFF2-40B4-BE49-F238E27FC236}">
                <a16:creationId xmlns:a16="http://schemas.microsoft.com/office/drawing/2014/main" id="{205368A1-711D-4414-AD5A-B1CF02FD826B}"/>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a:solidFill>
                  <a:srgbClr val="182637"/>
                </a:solidFill>
                <a:latin typeface="Arial"/>
                <a:ea typeface="Arial"/>
                <a:cs typeface="Arial"/>
              </a:rPr>
              <a:t>LLM trả JSON để backend kiểm tra</a:t>
            </a:r>
          </a:p>
        </p:txBody>
      </p:sp>
      <p:sp>
        <p:nvSpPr>
          <p:cNvPr id="3" name="Rectangle 2">
            <a:extLst>
              <a:ext uri="{FF2B5EF4-FFF2-40B4-BE49-F238E27FC236}">
                <a16:creationId xmlns:a16="http://schemas.microsoft.com/office/drawing/2014/main" id="{3773E205-4E29-4313-834C-678C590A2B88}"/>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6456B1BA-1F07-4640-AA87-AC37DE6C06F7}"/>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05</a:t>
            </a:r>
          </a:p>
        </p:txBody>
      </p:sp>
      <p:sp>
        <p:nvSpPr>
          <p:cNvPr id="5" name="Rectangle: Rounded Corners 4">
            <a:extLst>
              <a:ext uri="{FF2B5EF4-FFF2-40B4-BE49-F238E27FC236}">
                <a16:creationId xmlns:a16="http://schemas.microsoft.com/office/drawing/2014/main" id="{801C8F30-9FDB-46C7-91B4-83D51A1F5BAF}"/>
              </a:ext>
            </a:extLst>
          </p:cNvPr>
          <p:cNvSpPr>
            <a:spLocks noGrp="1"/>
          </p:cNvSpPr>
          <p:nvPr/>
        </p:nvSpPr>
        <p:spPr>
          <a:xfrm>
            <a:off x="685800" y="1924050"/>
            <a:ext cx="5810250" cy="3771900"/>
          </a:xfrm>
          <a:prstGeom prst="roundRect">
            <a:avLst>
              <a:gd name="adj" fmla="val 4040"/>
            </a:avLst>
          </a:prstGeom>
          <a:solidFill>
            <a:srgbClr val="101D2C"/>
          </a:solidFill>
          <a:ln w="0">
            <a:noFill/>
            <a:prstDash val="solid"/>
          </a:ln>
        </p:spPr>
        <p:txBody>
          <a:bodyPr/>
          <a:lstStyle/>
          <a:p>
            <a:endParaRPr lang="en-US"/>
          </a:p>
        </p:txBody>
      </p:sp>
      <p:sp>
        <p:nvSpPr>
          <p:cNvPr id="6" name="Rectangle 5">
            <a:extLst>
              <a:ext uri="{FF2B5EF4-FFF2-40B4-BE49-F238E27FC236}">
                <a16:creationId xmlns:a16="http://schemas.microsoft.com/office/drawing/2014/main" id="{C3594118-ACB0-4E49-9E5E-B6281F963E98}"/>
              </a:ext>
            </a:extLst>
          </p:cNvPr>
          <p:cNvSpPr>
            <a:spLocks noGrp="1"/>
          </p:cNvSpPr>
          <p:nvPr/>
        </p:nvSpPr>
        <p:spPr>
          <a:xfrm>
            <a:off x="971550" y="2171700"/>
            <a:ext cx="4572000" cy="190500"/>
          </a:xfrm>
          <a:prstGeom prst="rect">
            <a:avLst/>
          </a:prstGeom>
          <a:noFill/>
          <a:ln w="0">
            <a:noFill/>
            <a:prstDash val="solid"/>
          </a:ln>
        </p:spPr>
        <p:txBody>
          <a:bodyPr lIns="0" tIns="0" rIns="0" bIns="0"/>
          <a:lstStyle>
            <a:defPPr>
              <a:defRPr sz="975" b="1">
                <a:solidFill>
                  <a:srgbClr val="E7B75E"/>
                </a:solidFill>
                <a:latin typeface="Arial"/>
                <a:ea typeface="Arial"/>
                <a:cs typeface="Arial"/>
              </a:defRPr>
            </a:defPPr>
            <a:lvl1pPr>
              <a:defRPr sz="975" b="1">
                <a:solidFill>
                  <a:srgbClr val="E7B75E"/>
                </a:solidFill>
                <a:latin typeface="Arial"/>
                <a:ea typeface="Arial"/>
                <a:cs typeface="Arial"/>
              </a:defRPr>
            </a:lvl1pPr>
            <a:lvl2pPr>
              <a:defRPr sz="975" b="1">
                <a:solidFill>
                  <a:srgbClr val="E7B75E"/>
                </a:solidFill>
                <a:latin typeface="Arial"/>
                <a:ea typeface="Arial"/>
                <a:cs typeface="Arial"/>
              </a:defRPr>
            </a:lvl2pPr>
            <a:lvl3pPr>
              <a:defRPr sz="975" b="1">
                <a:solidFill>
                  <a:srgbClr val="E7B75E"/>
                </a:solidFill>
                <a:latin typeface="Arial"/>
                <a:ea typeface="Arial"/>
                <a:cs typeface="Arial"/>
              </a:defRPr>
            </a:lvl3pPr>
            <a:lvl4pPr>
              <a:defRPr sz="975" b="1">
                <a:solidFill>
                  <a:srgbClr val="E7B75E"/>
                </a:solidFill>
                <a:latin typeface="Arial"/>
                <a:ea typeface="Arial"/>
                <a:cs typeface="Arial"/>
              </a:defRPr>
            </a:lvl4pPr>
            <a:lvl5pPr>
              <a:defRPr sz="975" b="1">
                <a:solidFill>
                  <a:srgbClr val="E7B75E"/>
                </a:solidFill>
                <a:latin typeface="Arial"/>
                <a:ea typeface="Arial"/>
                <a:cs typeface="Arial"/>
              </a:defRPr>
            </a:lvl5pPr>
            <a:lvl6pPr>
              <a:defRPr sz="975" b="1">
                <a:solidFill>
                  <a:srgbClr val="E7B75E"/>
                </a:solidFill>
                <a:latin typeface="Arial"/>
                <a:ea typeface="Arial"/>
                <a:cs typeface="Arial"/>
              </a:defRPr>
            </a:lvl6pPr>
            <a:lvl7pPr>
              <a:defRPr sz="975" b="1">
                <a:solidFill>
                  <a:srgbClr val="E7B75E"/>
                </a:solidFill>
                <a:latin typeface="Arial"/>
                <a:ea typeface="Arial"/>
                <a:cs typeface="Arial"/>
              </a:defRPr>
            </a:lvl7pPr>
            <a:lvl8pPr>
              <a:defRPr sz="975" b="1">
                <a:solidFill>
                  <a:srgbClr val="E7B75E"/>
                </a:solidFill>
                <a:latin typeface="Arial"/>
                <a:ea typeface="Arial"/>
                <a:cs typeface="Arial"/>
              </a:defRPr>
            </a:lvl8pPr>
            <a:lvl9pPr>
              <a:defRPr sz="975" b="1">
                <a:solidFill>
                  <a:srgbClr val="E7B75E"/>
                </a:solidFill>
                <a:latin typeface="Arial"/>
                <a:ea typeface="Arial"/>
                <a:cs typeface="Arial"/>
              </a:defRPr>
            </a:lvl9pPr>
          </a:lstStyle>
          <a:p>
            <a:pPr>
              <a:defRPr sz="975" b="1">
                <a:solidFill>
                  <a:srgbClr val="E7B75E"/>
                </a:solidFill>
                <a:latin typeface="Arial"/>
                <a:ea typeface="Arial"/>
                <a:cs typeface="Arial"/>
              </a:defRPr>
            </a:pPr>
            <a:r>
              <a:rPr sz="975" b="1">
                <a:solidFill>
                  <a:srgbClr val="E7B75E"/>
                </a:solidFill>
                <a:latin typeface="Arial"/>
                <a:ea typeface="Arial"/>
                <a:cs typeface="Arial"/>
              </a:rPr>
              <a:t>VÍ DỤ OUTPUT · ORDER-EXTRACTION-V2</a:t>
            </a:r>
          </a:p>
        </p:txBody>
      </p:sp>
      <p:sp>
        <p:nvSpPr>
          <p:cNvPr id="7" name="Rectangle 6">
            <a:extLst>
              <a:ext uri="{FF2B5EF4-FFF2-40B4-BE49-F238E27FC236}">
                <a16:creationId xmlns:a16="http://schemas.microsoft.com/office/drawing/2014/main" id="{A1157116-8253-46F4-926D-92475562B18E}"/>
              </a:ext>
            </a:extLst>
          </p:cNvPr>
          <p:cNvSpPr>
            <a:spLocks noGrp="1"/>
          </p:cNvSpPr>
          <p:nvPr/>
        </p:nvSpPr>
        <p:spPr>
          <a:xfrm>
            <a:off x="990600" y="2609850"/>
            <a:ext cx="381000" cy="323850"/>
          </a:xfrm>
          <a:prstGeom prst="rect">
            <a:avLst/>
          </a:prstGeom>
          <a:noFill/>
          <a:ln w="0">
            <a:noFill/>
            <a:prstDash val="solid"/>
          </a:ln>
        </p:spPr>
        <p:txBody>
          <a:bodyPr lIns="0" tIns="0" rIns="0" bIns="0"/>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a:t>
            </a:r>
          </a:p>
        </p:txBody>
      </p:sp>
      <p:sp>
        <p:nvSpPr>
          <p:cNvPr id="8" name="Rectangle 7">
            <a:extLst>
              <a:ext uri="{FF2B5EF4-FFF2-40B4-BE49-F238E27FC236}">
                <a16:creationId xmlns:a16="http://schemas.microsoft.com/office/drawing/2014/main" id="{BAD22D73-6350-415A-888F-5498887F44ED}"/>
              </a:ext>
            </a:extLst>
          </p:cNvPr>
          <p:cNvSpPr>
            <a:spLocks noGrp="1"/>
          </p:cNvSpPr>
          <p:nvPr/>
        </p:nvSpPr>
        <p:spPr>
          <a:xfrm>
            <a:off x="1181100" y="2971800"/>
            <a:ext cx="4914900" cy="285750"/>
          </a:xfrm>
          <a:prstGeom prst="rect">
            <a:avLst/>
          </a:prstGeom>
          <a:noFill/>
          <a:ln w="0">
            <a:noFill/>
            <a:prstDash val="solid"/>
          </a:ln>
        </p:spPr>
        <p:txBody>
          <a:bodyPr lIns="0" tIns="0" rIns="0" bIns="0"/>
          <a:lstStyle>
            <a:defPPr>
              <a:defRPr sz="1275" b="0">
                <a:solidFill>
                  <a:srgbClr val="E7B75E"/>
                </a:solidFill>
                <a:latin typeface="Arial"/>
                <a:ea typeface="Arial"/>
                <a:cs typeface="Arial"/>
              </a:defRPr>
            </a:defPPr>
            <a:lvl1pPr>
              <a:defRPr sz="1275" b="0">
                <a:solidFill>
                  <a:srgbClr val="E7B75E"/>
                </a:solidFill>
                <a:latin typeface="Arial"/>
                <a:ea typeface="Arial"/>
                <a:cs typeface="Arial"/>
              </a:defRPr>
            </a:lvl1pPr>
            <a:lvl2pPr>
              <a:defRPr sz="1275" b="0">
                <a:solidFill>
                  <a:srgbClr val="E7B75E"/>
                </a:solidFill>
                <a:latin typeface="Arial"/>
                <a:ea typeface="Arial"/>
                <a:cs typeface="Arial"/>
              </a:defRPr>
            </a:lvl2pPr>
            <a:lvl3pPr>
              <a:defRPr sz="1275" b="0">
                <a:solidFill>
                  <a:srgbClr val="E7B75E"/>
                </a:solidFill>
                <a:latin typeface="Arial"/>
                <a:ea typeface="Arial"/>
                <a:cs typeface="Arial"/>
              </a:defRPr>
            </a:lvl3pPr>
            <a:lvl4pPr>
              <a:defRPr sz="1275" b="0">
                <a:solidFill>
                  <a:srgbClr val="E7B75E"/>
                </a:solidFill>
                <a:latin typeface="Arial"/>
                <a:ea typeface="Arial"/>
                <a:cs typeface="Arial"/>
              </a:defRPr>
            </a:lvl4pPr>
            <a:lvl5pPr>
              <a:defRPr sz="1275" b="0">
                <a:solidFill>
                  <a:srgbClr val="E7B75E"/>
                </a:solidFill>
                <a:latin typeface="Arial"/>
                <a:ea typeface="Arial"/>
                <a:cs typeface="Arial"/>
              </a:defRPr>
            </a:lvl5pPr>
            <a:lvl6pPr>
              <a:defRPr sz="1275" b="0">
                <a:solidFill>
                  <a:srgbClr val="E7B75E"/>
                </a:solidFill>
                <a:latin typeface="Arial"/>
                <a:ea typeface="Arial"/>
                <a:cs typeface="Arial"/>
              </a:defRPr>
            </a:lvl6pPr>
            <a:lvl7pPr>
              <a:defRPr sz="1275" b="0">
                <a:solidFill>
                  <a:srgbClr val="E7B75E"/>
                </a:solidFill>
                <a:latin typeface="Arial"/>
                <a:ea typeface="Arial"/>
                <a:cs typeface="Arial"/>
              </a:defRPr>
            </a:lvl7pPr>
            <a:lvl8pPr>
              <a:defRPr sz="1275" b="0">
                <a:solidFill>
                  <a:srgbClr val="E7B75E"/>
                </a:solidFill>
                <a:latin typeface="Arial"/>
                <a:ea typeface="Arial"/>
                <a:cs typeface="Arial"/>
              </a:defRPr>
            </a:lvl8pPr>
            <a:lvl9pPr>
              <a:defRPr sz="1275" b="0">
                <a:solidFill>
                  <a:srgbClr val="E7B75E"/>
                </a:solidFill>
                <a:latin typeface="Arial"/>
                <a:ea typeface="Arial"/>
                <a:cs typeface="Arial"/>
              </a:defRPr>
            </a:lvl9pPr>
          </a:lstStyle>
          <a:p>
            <a:pPr>
              <a:defRPr sz="1275" b="0">
                <a:solidFill>
                  <a:srgbClr val="E7B75E"/>
                </a:solidFill>
                <a:latin typeface="Arial"/>
                <a:ea typeface="Arial"/>
                <a:cs typeface="Arial"/>
              </a:defRPr>
            </a:pPr>
            <a:r>
              <a:rPr sz="1275" b="0">
                <a:solidFill>
                  <a:srgbClr val="E7B75E"/>
                </a:solidFill>
                <a:latin typeface="Arial"/>
                <a:ea typeface="Arial"/>
                <a:cs typeface="Arial"/>
              </a:rPr>
              <a:t>"intent": "create_order",</a:t>
            </a:r>
          </a:p>
        </p:txBody>
      </p:sp>
      <p:sp>
        <p:nvSpPr>
          <p:cNvPr id="9" name="Rectangle 8">
            <a:extLst>
              <a:ext uri="{FF2B5EF4-FFF2-40B4-BE49-F238E27FC236}">
                <a16:creationId xmlns:a16="http://schemas.microsoft.com/office/drawing/2014/main" id="{99B25973-E042-4F6C-A831-503D03186835}"/>
              </a:ext>
            </a:extLst>
          </p:cNvPr>
          <p:cNvSpPr>
            <a:spLocks noGrp="1"/>
          </p:cNvSpPr>
          <p:nvPr/>
        </p:nvSpPr>
        <p:spPr>
          <a:xfrm>
            <a:off x="1181100" y="3267075"/>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"items": [{</a:t>
            </a:r>
          </a:p>
        </p:txBody>
      </p:sp>
      <p:sp>
        <p:nvSpPr>
          <p:cNvPr id="10" name="Rectangle 9">
            <a:extLst>
              <a:ext uri="{FF2B5EF4-FFF2-40B4-BE49-F238E27FC236}">
                <a16:creationId xmlns:a16="http://schemas.microsoft.com/office/drawing/2014/main" id="{C31F6FA0-328C-41EA-BB3A-E97416DEE3A2}"/>
              </a:ext>
            </a:extLst>
          </p:cNvPr>
          <p:cNvSpPr>
            <a:spLocks noGrp="1"/>
          </p:cNvSpPr>
          <p:nvPr/>
        </p:nvSpPr>
        <p:spPr>
          <a:xfrm>
            <a:off x="1181100" y="3562350"/>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  "requested_product": "áo xanh",</a:t>
            </a:r>
          </a:p>
        </p:txBody>
      </p:sp>
      <p:sp>
        <p:nvSpPr>
          <p:cNvPr id="11" name="Rectangle 10">
            <a:extLst>
              <a:ext uri="{FF2B5EF4-FFF2-40B4-BE49-F238E27FC236}">
                <a16:creationId xmlns:a16="http://schemas.microsoft.com/office/drawing/2014/main" id="{76D18988-E43D-4F44-8F80-9EAF06863FF0}"/>
              </a:ext>
            </a:extLst>
          </p:cNvPr>
          <p:cNvSpPr>
            <a:spLocks noGrp="1"/>
          </p:cNvSpPr>
          <p:nvPr/>
        </p:nvSpPr>
        <p:spPr>
          <a:xfrm>
            <a:off x="1181100" y="3857625"/>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  "variant": {"color":"xanh","size":"M"},</a:t>
            </a:r>
          </a:p>
        </p:txBody>
      </p:sp>
      <p:sp>
        <p:nvSpPr>
          <p:cNvPr id="12" name="Rectangle 11">
            <a:extLst>
              <a:ext uri="{FF2B5EF4-FFF2-40B4-BE49-F238E27FC236}">
                <a16:creationId xmlns:a16="http://schemas.microsoft.com/office/drawing/2014/main" id="{D66838DB-A00A-4A84-B6A6-55A16A5E7ECE}"/>
              </a:ext>
            </a:extLst>
          </p:cNvPr>
          <p:cNvSpPr>
            <a:spLocks noGrp="1"/>
          </p:cNvSpPr>
          <p:nvPr/>
        </p:nvSpPr>
        <p:spPr>
          <a:xfrm>
            <a:off x="1181100" y="4152900"/>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  "quantity": 2</a:t>
            </a:r>
          </a:p>
        </p:txBody>
      </p:sp>
      <p:sp>
        <p:nvSpPr>
          <p:cNvPr id="13" name="Rectangle 12">
            <a:extLst>
              <a:ext uri="{FF2B5EF4-FFF2-40B4-BE49-F238E27FC236}">
                <a16:creationId xmlns:a16="http://schemas.microsoft.com/office/drawing/2014/main" id="{08B1E207-DBDA-4F82-9152-A84C240267E7}"/>
              </a:ext>
            </a:extLst>
          </p:cNvPr>
          <p:cNvSpPr>
            <a:spLocks noGrp="1"/>
          </p:cNvSpPr>
          <p:nvPr/>
        </p:nvSpPr>
        <p:spPr>
          <a:xfrm>
            <a:off x="1181100" y="4448175"/>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a:t>
            </a:r>
          </a:p>
        </p:txBody>
      </p:sp>
      <p:sp>
        <p:nvSpPr>
          <p:cNvPr id="14" name="Rectangle 13">
            <a:extLst>
              <a:ext uri="{FF2B5EF4-FFF2-40B4-BE49-F238E27FC236}">
                <a16:creationId xmlns:a16="http://schemas.microsoft.com/office/drawing/2014/main" id="{52BD7CD9-DE0C-4130-9290-7A9DD7D49095}"/>
              </a:ext>
            </a:extLst>
          </p:cNvPr>
          <p:cNvSpPr>
            <a:spLocks noGrp="1"/>
          </p:cNvSpPr>
          <p:nvPr/>
        </p:nvSpPr>
        <p:spPr>
          <a:xfrm>
            <a:off x="1181100" y="4743450"/>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"missing_information": [],</a:t>
            </a:r>
          </a:p>
        </p:txBody>
      </p:sp>
      <p:sp>
        <p:nvSpPr>
          <p:cNvPr id="15" name="Rectangle 14">
            <a:extLst>
              <a:ext uri="{FF2B5EF4-FFF2-40B4-BE49-F238E27FC236}">
                <a16:creationId xmlns:a16="http://schemas.microsoft.com/office/drawing/2014/main" id="{116E8845-E4EE-4AD2-B043-B18BE6FE7BFB}"/>
              </a:ext>
            </a:extLst>
          </p:cNvPr>
          <p:cNvSpPr>
            <a:spLocks noGrp="1"/>
          </p:cNvSpPr>
          <p:nvPr/>
        </p:nvSpPr>
        <p:spPr>
          <a:xfrm>
            <a:off x="1181100" y="5038725"/>
            <a:ext cx="4914900" cy="285750"/>
          </a:xfrm>
          <a:prstGeom prst="rect">
            <a:avLst/>
          </a:prstGeom>
          <a:noFill/>
          <a:ln w="0">
            <a:noFill/>
            <a:prstDash val="solid"/>
          </a:ln>
        </p:spPr>
        <p:txBody>
          <a:bodyPr lIns="0" tIns="0" rIns="0" bIns="0"/>
          <a:lstStyle>
            <a:defPPr>
              <a:defRPr sz="1275" b="0">
                <a:solidFill>
                  <a:srgbClr val="E4EAF0"/>
                </a:solidFill>
                <a:latin typeface="Arial"/>
                <a:ea typeface="Arial"/>
                <a:cs typeface="Arial"/>
              </a:defRPr>
            </a:defPPr>
            <a:lvl1pPr>
              <a:defRPr sz="1275" b="0">
                <a:solidFill>
                  <a:srgbClr val="E4EAF0"/>
                </a:solidFill>
                <a:latin typeface="Arial"/>
                <a:ea typeface="Arial"/>
                <a:cs typeface="Arial"/>
              </a:defRPr>
            </a:lvl1pPr>
            <a:lvl2pPr>
              <a:defRPr sz="1275" b="0">
                <a:solidFill>
                  <a:srgbClr val="E4EAF0"/>
                </a:solidFill>
                <a:latin typeface="Arial"/>
                <a:ea typeface="Arial"/>
                <a:cs typeface="Arial"/>
              </a:defRPr>
            </a:lvl2pPr>
            <a:lvl3pPr>
              <a:defRPr sz="1275" b="0">
                <a:solidFill>
                  <a:srgbClr val="E4EAF0"/>
                </a:solidFill>
                <a:latin typeface="Arial"/>
                <a:ea typeface="Arial"/>
                <a:cs typeface="Arial"/>
              </a:defRPr>
            </a:lvl3pPr>
            <a:lvl4pPr>
              <a:defRPr sz="1275" b="0">
                <a:solidFill>
                  <a:srgbClr val="E4EAF0"/>
                </a:solidFill>
                <a:latin typeface="Arial"/>
                <a:ea typeface="Arial"/>
                <a:cs typeface="Arial"/>
              </a:defRPr>
            </a:lvl4pPr>
            <a:lvl5pPr>
              <a:defRPr sz="1275" b="0">
                <a:solidFill>
                  <a:srgbClr val="E4EAF0"/>
                </a:solidFill>
                <a:latin typeface="Arial"/>
                <a:ea typeface="Arial"/>
                <a:cs typeface="Arial"/>
              </a:defRPr>
            </a:lvl5pPr>
            <a:lvl6pPr>
              <a:defRPr sz="1275" b="0">
                <a:solidFill>
                  <a:srgbClr val="E4EAF0"/>
                </a:solidFill>
                <a:latin typeface="Arial"/>
                <a:ea typeface="Arial"/>
                <a:cs typeface="Arial"/>
              </a:defRPr>
            </a:lvl6pPr>
            <a:lvl7pPr>
              <a:defRPr sz="1275" b="0">
                <a:solidFill>
                  <a:srgbClr val="E4EAF0"/>
                </a:solidFill>
                <a:latin typeface="Arial"/>
                <a:ea typeface="Arial"/>
                <a:cs typeface="Arial"/>
              </a:defRPr>
            </a:lvl7pPr>
            <a:lvl8pPr>
              <a:defRPr sz="1275" b="0">
                <a:solidFill>
                  <a:srgbClr val="E4EAF0"/>
                </a:solidFill>
                <a:latin typeface="Arial"/>
                <a:ea typeface="Arial"/>
                <a:cs typeface="Arial"/>
              </a:defRPr>
            </a:lvl8pPr>
            <a:lvl9pPr>
              <a:defRPr sz="1275" b="0">
                <a:solidFill>
                  <a:srgbClr val="E4EAF0"/>
                </a:solidFill>
                <a:latin typeface="Arial"/>
                <a:ea typeface="Arial"/>
                <a:cs typeface="Arial"/>
              </a:defRPr>
            </a:lvl9pPr>
          </a:lstStyle>
          <a:p>
            <a:pPr>
              <a:defRPr sz="1275" b="0">
                <a:solidFill>
                  <a:srgbClr val="E4EAF0"/>
                </a:solidFill>
                <a:latin typeface="Arial"/>
                <a:ea typeface="Arial"/>
                <a:cs typeface="Arial"/>
              </a:defRPr>
            </a:pPr>
            <a:r>
              <a:rPr sz="1275" b="0">
                <a:solidFill>
                  <a:srgbClr val="E4EAF0"/>
                </a:solidFill>
                <a:latin typeface="Arial"/>
                <a:ea typeface="Arial"/>
                <a:cs typeface="Arial"/>
              </a:rPr>
              <a:t>"evidence": ["Chốt 2 áo xanh size M"]</a:t>
            </a:r>
          </a:p>
        </p:txBody>
      </p:sp>
      <p:sp>
        <p:nvSpPr>
          <p:cNvPr id="16" name="Rectangle 15">
            <a:extLst>
              <a:ext uri="{FF2B5EF4-FFF2-40B4-BE49-F238E27FC236}">
                <a16:creationId xmlns:a16="http://schemas.microsoft.com/office/drawing/2014/main" id="{6AA1AC78-DD29-4F12-84B0-D7A51FB0BBA7}"/>
              </a:ext>
            </a:extLst>
          </p:cNvPr>
          <p:cNvSpPr>
            <a:spLocks noGrp="1"/>
          </p:cNvSpPr>
          <p:nvPr/>
        </p:nvSpPr>
        <p:spPr>
          <a:xfrm>
            <a:off x="990600" y="5391150"/>
            <a:ext cx="381000" cy="266700"/>
          </a:xfrm>
          <a:prstGeom prst="rect">
            <a:avLst/>
          </a:prstGeom>
          <a:noFill/>
          <a:ln w="0">
            <a:noFill/>
            <a:prstDash val="solid"/>
          </a:ln>
        </p:spPr>
        <p:txBody>
          <a:bodyPr lIns="0" tIns="0" rIns="0" bIns="0"/>
          <a:lstStyle>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a:pPr>
              <a:defRPr sz="2025" b="1">
                <a:solidFill>
                  <a:srgbClr val="FFFFFF"/>
                </a:solidFill>
                <a:latin typeface="Arial"/>
                <a:ea typeface="Arial"/>
                <a:cs typeface="Arial"/>
              </a:defRPr>
            </a:pPr>
            <a:r>
              <a:rPr sz="2025" b="1">
                <a:solidFill>
                  <a:srgbClr val="FFFFFF"/>
                </a:solidFill>
                <a:latin typeface="Arial"/>
                <a:ea typeface="Arial"/>
                <a:cs typeface="Arial"/>
              </a:rPr>
              <a:t>}</a:t>
            </a:r>
          </a:p>
        </p:txBody>
      </p:sp>
      <p:sp>
        <p:nvSpPr>
          <p:cNvPr id="17" name="Rectangle 16">
            <a:extLst>
              <a:ext uri="{FF2B5EF4-FFF2-40B4-BE49-F238E27FC236}">
                <a16:creationId xmlns:a16="http://schemas.microsoft.com/office/drawing/2014/main" id="{EB888487-182B-4841-A724-00C1629647D9}"/>
              </a:ext>
            </a:extLst>
          </p:cNvPr>
          <p:cNvSpPr>
            <a:spLocks noGrp="1"/>
          </p:cNvSpPr>
          <p:nvPr/>
        </p:nvSpPr>
        <p:spPr>
          <a:xfrm>
            <a:off x="7048500" y="2114550"/>
            <a:ext cx="3524250" cy="190500"/>
          </a:xfrm>
          <a:prstGeom prst="rect">
            <a:avLst/>
          </a:prstGeom>
          <a:noFill/>
          <a:ln w="0">
            <a:noFill/>
            <a:prstDash val="solid"/>
          </a:ln>
        </p:spPr>
        <p:txBody>
          <a:bodyPr lIns="0" tIns="0" rIns="0" bIns="0"/>
          <a:lstStyle>
            <a:defPPr>
              <a:defRPr sz="975" b="1">
                <a:solidFill>
                  <a:srgbClr val="2A7B78"/>
                </a:solidFill>
                <a:latin typeface="Arial"/>
                <a:ea typeface="Arial"/>
                <a:cs typeface="Arial"/>
              </a:defRPr>
            </a:defPPr>
            <a:lvl1pPr>
              <a:defRPr sz="975" b="1">
                <a:solidFill>
                  <a:srgbClr val="2A7B78"/>
                </a:solidFill>
                <a:latin typeface="Arial"/>
                <a:ea typeface="Arial"/>
                <a:cs typeface="Arial"/>
              </a:defRPr>
            </a:lvl1pPr>
            <a:lvl2pPr>
              <a:defRPr sz="975" b="1">
                <a:solidFill>
                  <a:srgbClr val="2A7B78"/>
                </a:solidFill>
                <a:latin typeface="Arial"/>
                <a:ea typeface="Arial"/>
                <a:cs typeface="Arial"/>
              </a:defRPr>
            </a:lvl2pPr>
            <a:lvl3pPr>
              <a:defRPr sz="975" b="1">
                <a:solidFill>
                  <a:srgbClr val="2A7B78"/>
                </a:solidFill>
                <a:latin typeface="Arial"/>
                <a:ea typeface="Arial"/>
                <a:cs typeface="Arial"/>
              </a:defRPr>
            </a:lvl3pPr>
            <a:lvl4pPr>
              <a:defRPr sz="975" b="1">
                <a:solidFill>
                  <a:srgbClr val="2A7B78"/>
                </a:solidFill>
                <a:latin typeface="Arial"/>
                <a:ea typeface="Arial"/>
                <a:cs typeface="Arial"/>
              </a:defRPr>
            </a:lvl4pPr>
            <a:lvl5pPr>
              <a:defRPr sz="975" b="1">
                <a:solidFill>
                  <a:srgbClr val="2A7B78"/>
                </a:solidFill>
                <a:latin typeface="Arial"/>
                <a:ea typeface="Arial"/>
                <a:cs typeface="Arial"/>
              </a:defRPr>
            </a:lvl5pPr>
            <a:lvl6pPr>
              <a:defRPr sz="975" b="1">
                <a:solidFill>
                  <a:srgbClr val="2A7B78"/>
                </a:solidFill>
                <a:latin typeface="Arial"/>
                <a:ea typeface="Arial"/>
                <a:cs typeface="Arial"/>
              </a:defRPr>
            </a:lvl6pPr>
            <a:lvl7pPr>
              <a:defRPr sz="975" b="1">
                <a:solidFill>
                  <a:srgbClr val="2A7B78"/>
                </a:solidFill>
                <a:latin typeface="Arial"/>
                <a:ea typeface="Arial"/>
                <a:cs typeface="Arial"/>
              </a:defRPr>
            </a:lvl7pPr>
            <a:lvl8pPr>
              <a:defRPr sz="975" b="1">
                <a:solidFill>
                  <a:srgbClr val="2A7B78"/>
                </a:solidFill>
                <a:latin typeface="Arial"/>
                <a:ea typeface="Arial"/>
                <a:cs typeface="Arial"/>
              </a:defRPr>
            </a:lvl8pPr>
            <a:lvl9pPr>
              <a:defRPr sz="975" b="1">
                <a:solidFill>
                  <a:srgbClr val="2A7B78"/>
                </a:solidFill>
                <a:latin typeface="Arial"/>
                <a:ea typeface="Arial"/>
                <a:cs typeface="Arial"/>
              </a:defRPr>
            </a:lvl9pPr>
          </a:lstStyle>
          <a:p>
            <a:pPr>
              <a:defRPr sz="975" b="1">
                <a:solidFill>
                  <a:srgbClr val="2A7B78"/>
                </a:solidFill>
                <a:latin typeface="Arial"/>
                <a:ea typeface="Arial"/>
                <a:cs typeface="Arial"/>
              </a:defRPr>
            </a:pPr>
            <a:r>
              <a:rPr sz="975" b="1">
                <a:solidFill>
                  <a:srgbClr val="2A7B78"/>
                </a:solidFill>
                <a:latin typeface="Arial"/>
                <a:ea typeface="Arial"/>
                <a:cs typeface="Arial"/>
              </a:rPr>
              <a:t>PROMPT V2</a:t>
            </a:r>
          </a:p>
        </p:txBody>
      </p:sp>
      <p:sp>
        <p:nvSpPr>
          <p:cNvPr id="18" name="Rectangle 17">
            <a:extLst>
              <a:ext uri="{FF2B5EF4-FFF2-40B4-BE49-F238E27FC236}">
                <a16:creationId xmlns:a16="http://schemas.microsoft.com/office/drawing/2014/main" id="{BFE3D64F-8948-4A47-9043-3CDCB03B9B45}"/>
              </a:ext>
            </a:extLst>
          </p:cNvPr>
          <p:cNvSpPr>
            <a:spLocks noGrp="1"/>
          </p:cNvSpPr>
          <p:nvPr/>
        </p:nvSpPr>
        <p:spPr>
          <a:xfrm>
            <a:off x="7048500" y="2571750"/>
            <a:ext cx="1600200" cy="285750"/>
          </a:xfrm>
          <a:prstGeom prst="rect">
            <a:avLst/>
          </a:prstGeom>
          <a:noFill/>
          <a:ln w="0">
            <a:noFill/>
            <a:prstDash val="solid"/>
          </a:ln>
        </p:spPr>
        <p:txBody>
          <a:bodyPr lIns="0" tIns="0" rIns="0" bIns="0"/>
          <a:lstStyle>
            <a:defPPr>
              <a:defRPr sz="1425" b="1">
                <a:solidFill>
                  <a:srgbClr val="EF7055"/>
                </a:solidFill>
                <a:latin typeface="Arial"/>
                <a:ea typeface="Arial"/>
                <a:cs typeface="Arial"/>
              </a:defRPr>
            </a:defPPr>
            <a:lvl1pPr>
              <a:defRPr sz="1425" b="1">
                <a:solidFill>
                  <a:srgbClr val="EF7055"/>
                </a:solidFill>
                <a:latin typeface="Arial"/>
                <a:ea typeface="Arial"/>
                <a:cs typeface="Arial"/>
              </a:defRPr>
            </a:lvl1pPr>
            <a:lvl2pPr>
              <a:defRPr sz="1425" b="1">
                <a:solidFill>
                  <a:srgbClr val="EF7055"/>
                </a:solidFill>
                <a:latin typeface="Arial"/>
                <a:ea typeface="Arial"/>
                <a:cs typeface="Arial"/>
              </a:defRPr>
            </a:lvl2pPr>
            <a:lvl3pPr>
              <a:defRPr sz="1425" b="1">
                <a:solidFill>
                  <a:srgbClr val="EF7055"/>
                </a:solidFill>
                <a:latin typeface="Arial"/>
                <a:ea typeface="Arial"/>
                <a:cs typeface="Arial"/>
              </a:defRPr>
            </a:lvl3pPr>
            <a:lvl4pPr>
              <a:defRPr sz="1425" b="1">
                <a:solidFill>
                  <a:srgbClr val="EF7055"/>
                </a:solidFill>
                <a:latin typeface="Arial"/>
                <a:ea typeface="Arial"/>
                <a:cs typeface="Arial"/>
              </a:defRPr>
            </a:lvl4pPr>
            <a:lvl5pPr>
              <a:defRPr sz="1425" b="1">
                <a:solidFill>
                  <a:srgbClr val="EF7055"/>
                </a:solidFill>
                <a:latin typeface="Arial"/>
                <a:ea typeface="Arial"/>
                <a:cs typeface="Arial"/>
              </a:defRPr>
            </a:lvl5pPr>
            <a:lvl6pPr>
              <a:defRPr sz="1425" b="1">
                <a:solidFill>
                  <a:srgbClr val="EF7055"/>
                </a:solidFill>
                <a:latin typeface="Arial"/>
                <a:ea typeface="Arial"/>
                <a:cs typeface="Arial"/>
              </a:defRPr>
            </a:lvl6pPr>
            <a:lvl7pPr>
              <a:defRPr sz="1425" b="1">
                <a:solidFill>
                  <a:srgbClr val="EF7055"/>
                </a:solidFill>
                <a:latin typeface="Arial"/>
                <a:ea typeface="Arial"/>
                <a:cs typeface="Arial"/>
              </a:defRPr>
            </a:lvl7pPr>
            <a:lvl8pPr>
              <a:defRPr sz="1425" b="1">
                <a:solidFill>
                  <a:srgbClr val="EF7055"/>
                </a:solidFill>
                <a:latin typeface="Arial"/>
                <a:ea typeface="Arial"/>
                <a:cs typeface="Arial"/>
              </a:defRPr>
            </a:lvl8pPr>
            <a:lvl9pPr>
              <a:defRPr sz="1425" b="1">
                <a:solidFill>
                  <a:srgbClr val="EF7055"/>
                </a:solidFill>
                <a:latin typeface="Arial"/>
                <a:ea typeface="Arial"/>
                <a:cs typeface="Arial"/>
              </a:defRPr>
            </a:lvl9pPr>
          </a:lstStyle>
          <a:p>
            <a:pPr>
              <a:defRPr sz="1425" b="1">
                <a:solidFill>
                  <a:srgbClr val="EF7055"/>
                </a:solidFill>
                <a:latin typeface="Arial"/>
                <a:ea typeface="Arial"/>
                <a:cs typeface="Arial"/>
              </a:defRPr>
            </a:pPr>
            <a:r>
              <a:rPr sz="1425" b="1">
                <a:solidFill>
                  <a:srgbClr val="EF7055"/>
                </a:solidFill>
                <a:latin typeface="Arial"/>
                <a:ea typeface="Arial"/>
                <a:cs typeface="Arial"/>
              </a:rPr>
              <a:t>Phạm vi</a:t>
            </a:r>
          </a:p>
        </p:txBody>
      </p:sp>
      <p:sp>
        <p:nvSpPr>
          <p:cNvPr id="19" name="Rectangle 18">
            <a:extLst>
              <a:ext uri="{FF2B5EF4-FFF2-40B4-BE49-F238E27FC236}">
                <a16:creationId xmlns:a16="http://schemas.microsoft.com/office/drawing/2014/main" id="{97E5C7F6-EDA7-419A-9A43-E943FC7B3FC7}"/>
              </a:ext>
            </a:extLst>
          </p:cNvPr>
          <p:cNvSpPr>
            <a:spLocks noGrp="1"/>
          </p:cNvSpPr>
          <p:nvPr/>
        </p:nvSpPr>
        <p:spPr>
          <a:xfrm>
            <a:off x="8572500" y="2571750"/>
            <a:ext cx="2914650" cy="495300"/>
          </a:xfrm>
          <a:prstGeom prst="rect">
            <a:avLst/>
          </a:prstGeom>
          <a:noFill/>
          <a:ln w="0">
            <a:noFill/>
            <a:prstDash val="solid"/>
          </a:ln>
        </p:spPr>
        <p:txBody>
          <a:bodyPr lIns="0" tIns="0" rIns="0" bIns="0"/>
          <a:lstStyle>
            <a:defPPr>
              <a:defRPr sz="1275" b="0">
                <a:solidFill>
                  <a:srgbClr val="182637"/>
                </a:solidFill>
                <a:latin typeface="Arial"/>
                <a:ea typeface="Arial"/>
                <a:cs typeface="Arial"/>
              </a:defRPr>
            </a:defPPr>
            <a:lvl1pPr>
              <a:defRPr sz="1275" b="0">
                <a:solidFill>
                  <a:srgbClr val="182637"/>
                </a:solidFill>
                <a:latin typeface="Arial"/>
                <a:ea typeface="Arial"/>
                <a:cs typeface="Arial"/>
              </a:defRPr>
            </a:lvl1pPr>
            <a:lvl2pPr>
              <a:defRPr sz="1275" b="0">
                <a:solidFill>
                  <a:srgbClr val="182637"/>
                </a:solidFill>
                <a:latin typeface="Arial"/>
                <a:ea typeface="Arial"/>
                <a:cs typeface="Arial"/>
              </a:defRPr>
            </a:lvl2pPr>
            <a:lvl3pPr>
              <a:defRPr sz="1275" b="0">
                <a:solidFill>
                  <a:srgbClr val="182637"/>
                </a:solidFill>
                <a:latin typeface="Arial"/>
                <a:ea typeface="Arial"/>
                <a:cs typeface="Arial"/>
              </a:defRPr>
            </a:lvl3pPr>
            <a:lvl4pPr>
              <a:defRPr sz="1275" b="0">
                <a:solidFill>
                  <a:srgbClr val="182637"/>
                </a:solidFill>
                <a:latin typeface="Arial"/>
                <a:ea typeface="Arial"/>
                <a:cs typeface="Arial"/>
              </a:defRPr>
            </a:lvl4pPr>
            <a:lvl5pPr>
              <a:defRPr sz="1275" b="0">
                <a:solidFill>
                  <a:srgbClr val="182637"/>
                </a:solidFill>
                <a:latin typeface="Arial"/>
                <a:ea typeface="Arial"/>
                <a:cs typeface="Arial"/>
              </a:defRPr>
            </a:lvl5pPr>
            <a:lvl6pPr>
              <a:defRPr sz="1275" b="0">
                <a:solidFill>
                  <a:srgbClr val="182637"/>
                </a:solidFill>
                <a:latin typeface="Arial"/>
                <a:ea typeface="Arial"/>
                <a:cs typeface="Arial"/>
              </a:defRPr>
            </a:lvl6pPr>
            <a:lvl7pPr>
              <a:defRPr sz="1275" b="0">
                <a:solidFill>
                  <a:srgbClr val="182637"/>
                </a:solidFill>
                <a:latin typeface="Arial"/>
                <a:ea typeface="Arial"/>
                <a:cs typeface="Arial"/>
              </a:defRPr>
            </a:lvl7pPr>
            <a:lvl8pPr>
              <a:defRPr sz="1275" b="0">
                <a:solidFill>
                  <a:srgbClr val="182637"/>
                </a:solidFill>
                <a:latin typeface="Arial"/>
                <a:ea typeface="Arial"/>
                <a:cs typeface="Arial"/>
              </a:defRPr>
            </a:lvl8pPr>
            <a:lvl9pPr>
              <a:defRPr sz="1275" b="0">
                <a:solidFill>
                  <a:srgbClr val="182637"/>
                </a:solidFill>
                <a:latin typeface="Arial"/>
                <a:ea typeface="Arial"/>
                <a:cs typeface="Arial"/>
              </a:defRPr>
            </a:lvl9pPr>
          </a:lstStyle>
          <a:p>
            <a:pPr>
              <a:defRPr sz="1275" b="0">
                <a:solidFill>
                  <a:srgbClr val="182637"/>
                </a:solidFill>
                <a:latin typeface="Arial"/>
                <a:ea typeface="Arial"/>
                <a:cs typeface="Arial"/>
              </a:defRPr>
            </a:pPr>
            <a:r>
              <a:rPr sz="1275" b="0">
                <a:solidFill>
                  <a:srgbClr val="182637"/>
                </a:solidFill>
                <a:latin typeface="Arial"/>
                <a:ea typeface="Arial"/>
                <a:cs typeface="Arial"/>
              </a:rPr>
              <a:t>Chỉ nhận intent đã cho phép</a:t>
            </a:r>
          </a:p>
        </p:txBody>
      </p:sp>
      <p:sp>
        <p:nvSpPr>
          <p:cNvPr id="20" name="Rectangle 19">
            <a:extLst>
              <a:ext uri="{FF2B5EF4-FFF2-40B4-BE49-F238E27FC236}">
                <a16:creationId xmlns:a16="http://schemas.microsoft.com/office/drawing/2014/main" id="{63D13E22-CFD9-424C-BDF9-7CCDB81813DF}"/>
              </a:ext>
            </a:extLst>
          </p:cNvPr>
          <p:cNvSpPr>
            <a:spLocks noGrp="1"/>
          </p:cNvSpPr>
          <p:nvPr/>
        </p:nvSpPr>
        <p:spPr>
          <a:xfrm>
            <a:off x="7048500" y="3314700"/>
            <a:ext cx="1600200" cy="285750"/>
          </a:xfrm>
          <a:prstGeom prst="rect">
            <a:avLst/>
          </a:prstGeom>
          <a:noFill/>
          <a:ln w="0">
            <a:noFill/>
            <a:prstDash val="solid"/>
          </a:ln>
        </p:spPr>
        <p:txBody>
          <a:bodyPr lIns="0" tIns="0" rIns="0" bIns="0"/>
          <a:lstStyle>
            <a:defPPr>
              <a:defRPr sz="1425" b="1">
                <a:solidFill>
                  <a:srgbClr val="EF7055"/>
                </a:solidFill>
                <a:latin typeface="Arial"/>
                <a:ea typeface="Arial"/>
                <a:cs typeface="Arial"/>
              </a:defRPr>
            </a:defPPr>
            <a:lvl1pPr>
              <a:defRPr sz="1425" b="1">
                <a:solidFill>
                  <a:srgbClr val="EF7055"/>
                </a:solidFill>
                <a:latin typeface="Arial"/>
                <a:ea typeface="Arial"/>
                <a:cs typeface="Arial"/>
              </a:defRPr>
            </a:lvl1pPr>
            <a:lvl2pPr>
              <a:defRPr sz="1425" b="1">
                <a:solidFill>
                  <a:srgbClr val="EF7055"/>
                </a:solidFill>
                <a:latin typeface="Arial"/>
                <a:ea typeface="Arial"/>
                <a:cs typeface="Arial"/>
              </a:defRPr>
            </a:lvl2pPr>
            <a:lvl3pPr>
              <a:defRPr sz="1425" b="1">
                <a:solidFill>
                  <a:srgbClr val="EF7055"/>
                </a:solidFill>
                <a:latin typeface="Arial"/>
                <a:ea typeface="Arial"/>
                <a:cs typeface="Arial"/>
              </a:defRPr>
            </a:lvl3pPr>
            <a:lvl4pPr>
              <a:defRPr sz="1425" b="1">
                <a:solidFill>
                  <a:srgbClr val="EF7055"/>
                </a:solidFill>
                <a:latin typeface="Arial"/>
                <a:ea typeface="Arial"/>
                <a:cs typeface="Arial"/>
              </a:defRPr>
            </a:lvl4pPr>
            <a:lvl5pPr>
              <a:defRPr sz="1425" b="1">
                <a:solidFill>
                  <a:srgbClr val="EF7055"/>
                </a:solidFill>
                <a:latin typeface="Arial"/>
                <a:ea typeface="Arial"/>
                <a:cs typeface="Arial"/>
              </a:defRPr>
            </a:lvl5pPr>
            <a:lvl6pPr>
              <a:defRPr sz="1425" b="1">
                <a:solidFill>
                  <a:srgbClr val="EF7055"/>
                </a:solidFill>
                <a:latin typeface="Arial"/>
                <a:ea typeface="Arial"/>
                <a:cs typeface="Arial"/>
              </a:defRPr>
            </a:lvl6pPr>
            <a:lvl7pPr>
              <a:defRPr sz="1425" b="1">
                <a:solidFill>
                  <a:srgbClr val="EF7055"/>
                </a:solidFill>
                <a:latin typeface="Arial"/>
                <a:ea typeface="Arial"/>
                <a:cs typeface="Arial"/>
              </a:defRPr>
            </a:lvl7pPr>
            <a:lvl8pPr>
              <a:defRPr sz="1425" b="1">
                <a:solidFill>
                  <a:srgbClr val="EF7055"/>
                </a:solidFill>
                <a:latin typeface="Arial"/>
                <a:ea typeface="Arial"/>
                <a:cs typeface="Arial"/>
              </a:defRPr>
            </a:lvl8pPr>
            <a:lvl9pPr>
              <a:defRPr sz="1425" b="1">
                <a:solidFill>
                  <a:srgbClr val="EF7055"/>
                </a:solidFill>
                <a:latin typeface="Arial"/>
                <a:ea typeface="Arial"/>
                <a:cs typeface="Arial"/>
              </a:defRPr>
            </a:lvl9pPr>
          </a:lstStyle>
          <a:p>
            <a:pPr>
              <a:defRPr sz="1425" b="1">
                <a:solidFill>
                  <a:srgbClr val="EF7055"/>
                </a:solidFill>
                <a:latin typeface="Arial"/>
                <a:ea typeface="Arial"/>
                <a:cs typeface="Arial"/>
              </a:defRPr>
            </a:pPr>
            <a:r>
              <a:rPr sz="1425" b="1">
                <a:solidFill>
                  <a:srgbClr val="EF7055"/>
                </a:solidFill>
                <a:latin typeface="Arial"/>
                <a:ea typeface="Arial"/>
                <a:cs typeface="Arial"/>
              </a:rPr>
              <a:t>Thông tin thiếu</a:t>
            </a:r>
          </a:p>
        </p:txBody>
      </p:sp>
      <p:sp>
        <p:nvSpPr>
          <p:cNvPr id="21" name="Rectangle 20">
            <a:extLst>
              <a:ext uri="{FF2B5EF4-FFF2-40B4-BE49-F238E27FC236}">
                <a16:creationId xmlns:a16="http://schemas.microsoft.com/office/drawing/2014/main" id="{7283C9FB-1D91-4D73-851B-AB9A221E02CF}"/>
              </a:ext>
            </a:extLst>
          </p:cNvPr>
          <p:cNvSpPr>
            <a:spLocks noGrp="1"/>
          </p:cNvSpPr>
          <p:nvPr/>
        </p:nvSpPr>
        <p:spPr>
          <a:xfrm>
            <a:off x="8572500" y="3314700"/>
            <a:ext cx="2914650" cy="495300"/>
          </a:xfrm>
          <a:prstGeom prst="rect">
            <a:avLst/>
          </a:prstGeom>
          <a:noFill/>
          <a:ln w="0">
            <a:noFill/>
            <a:prstDash val="solid"/>
          </a:ln>
        </p:spPr>
        <p:txBody>
          <a:bodyPr lIns="0" tIns="0" rIns="0" bIns="0"/>
          <a:lstStyle>
            <a:defPPr>
              <a:defRPr sz="1275" b="0">
                <a:solidFill>
                  <a:srgbClr val="182637"/>
                </a:solidFill>
                <a:latin typeface="Arial"/>
                <a:ea typeface="Arial"/>
                <a:cs typeface="Arial"/>
              </a:defRPr>
            </a:defPPr>
            <a:lvl1pPr>
              <a:defRPr sz="1275" b="0">
                <a:solidFill>
                  <a:srgbClr val="182637"/>
                </a:solidFill>
                <a:latin typeface="Arial"/>
                <a:ea typeface="Arial"/>
                <a:cs typeface="Arial"/>
              </a:defRPr>
            </a:lvl1pPr>
            <a:lvl2pPr>
              <a:defRPr sz="1275" b="0">
                <a:solidFill>
                  <a:srgbClr val="182637"/>
                </a:solidFill>
                <a:latin typeface="Arial"/>
                <a:ea typeface="Arial"/>
                <a:cs typeface="Arial"/>
              </a:defRPr>
            </a:lvl2pPr>
            <a:lvl3pPr>
              <a:defRPr sz="1275" b="0">
                <a:solidFill>
                  <a:srgbClr val="182637"/>
                </a:solidFill>
                <a:latin typeface="Arial"/>
                <a:ea typeface="Arial"/>
                <a:cs typeface="Arial"/>
              </a:defRPr>
            </a:lvl3pPr>
            <a:lvl4pPr>
              <a:defRPr sz="1275" b="0">
                <a:solidFill>
                  <a:srgbClr val="182637"/>
                </a:solidFill>
                <a:latin typeface="Arial"/>
                <a:ea typeface="Arial"/>
                <a:cs typeface="Arial"/>
              </a:defRPr>
            </a:lvl4pPr>
            <a:lvl5pPr>
              <a:defRPr sz="1275" b="0">
                <a:solidFill>
                  <a:srgbClr val="182637"/>
                </a:solidFill>
                <a:latin typeface="Arial"/>
                <a:ea typeface="Arial"/>
                <a:cs typeface="Arial"/>
              </a:defRPr>
            </a:lvl5pPr>
            <a:lvl6pPr>
              <a:defRPr sz="1275" b="0">
                <a:solidFill>
                  <a:srgbClr val="182637"/>
                </a:solidFill>
                <a:latin typeface="Arial"/>
                <a:ea typeface="Arial"/>
                <a:cs typeface="Arial"/>
              </a:defRPr>
            </a:lvl6pPr>
            <a:lvl7pPr>
              <a:defRPr sz="1275" b="0">
                <a:solidFill>
                  <a:srgbClr val="182637"/>
                </a:solidFill>
                <a:latin typeface="Arial"/>
                <a:ea typeface="Arial"/>
                <a:cs typeface="Arial"/>
              </a:defRPr>
            </a:lvl7pPr>
            <a:lvl8pPr>
              <a:defRPr sz="1275" b="0">
                <a:solidFill>
                  <a:srgbClr val="182637"/>
                </a:solidFill>
                <a:latin typeface="Arial"/>
                <a:ea typeface="Arial"/>
                <a:cs typeface="Arial"/>
              </a:defRPr>
            </a:lvl8pPr>
            <a:lvl9pPr>
              <a:defRPr sz="1275" b="0">
                <a:solidFill>
                  <a:srgbClr val="182637"/>
                </a:solidFill>
                <a:latin typeface="Arial"/>
                <a:ea typeface="Arial"/>
                <a:cs typeface="Arial"/>
              </a:defRPr>
            </a:lvl9pPr>
          </a:lstStyle>
          <a:p>
            <a:pPr>
              <a:defRPr sz="1275" b="0">
                <a:solidFill>
                  <a:srgbClr val="182637"/>
                </a:solidFill>
                <a:latin typeface="Arial"/>
                <a:ea typeface="Arial"/>
                <a:cs typeface="Arial"/>
              </a:defRPr>
            </a:pPr>
            <a:r>
              <a:rPr sz="1275" b="0">
                <a:solidFill>
                  <a:srgbClr val="182637"/>
                </a:solidFill>
                <a:latin typeface="Arial"/>
                <a:ea typeface="Arial"/>
                <a:cs typeface="Arial"/>
              </a:rPr>
              <a:t>Để null hoặc nêu field cần hỏi</a:t>
            </a:r>
          </a:p>
        </p:txBody>
      </p:sp>
      <p:sp>
        <p:nvSpPr>
          <p:cNvPr id="22" name="Rectangle 21">
            <a:extLst>
              <a:ext uri="{FF2B5EF4-FFF2-40B4-BE49-F238E27FC236}">
                <a16:creationId xmlns:a16="http://schemas.microsoft.com/office/drawing/2014/main" id="{65082450-103F-40F2-B402-28BEAEA43D1D}"/>
              </a:ext>
            </a:extLst>
          </p:cNvPr>
          <p:cNvSpPr>
            <a:spLocks noGrp="1"/>
          </p:cNvSpPr>
          <p:nvPr/>
        </p:nvSpPr>
        <p:spPr>
          <a:xfrm>
            <a:off x="7048500" y="4057650"/>
            <a:ext cx="1600200" cy="285750"/>
          </a:xfrm>
          <a:prstGeom prst="rect">
            <a:avLst/>
          </a:prstGeom>
          <a:noFill/>
          <a:ln w="0">
            <a:noFill/>
            <a:prstDash val="solid"/>
          </a:ln>
        </p:spPr>
        <p:txBody>
          <a:bodyPr lIns="0" tIns="0" rIns="0" bIns="0"/>
          <a:lstStyle>
            <a:defPPr>
              <a:defRPr sz="1425" b="1">
                <a:solidFill>
                  <a:srgbClr val="EF7055"/>
                </a:solidFill>
                <a:latin typeface="Arial"/>
                <a:ea typeface="Arial"/>
                <a:cs typeface="Arial"/>
              </a:defRPr>
            </a:defPPr>
            <a:lvl1pPr>
              <a:defRPr sz="1425" b="1">
                <a:solidFill>
                  <a:srgbClr val="EF7055"/>
                </a:solidFill>
                <a:latin typeface="Arial"/>
                <a:ea typeface="Arial"/>
                <a:cs typeface="Arial"/>
              </a:defRPr>
            </a:lvl1pPr>
            <a:lvl2pPr>
              <a:defRPr sz="1425" b="1">
                <a:solidFill>
                  <a:srgbClr val="EF7055"/>
                </a:solidFill>
                <a:latin typeface="Arial"/>
                <a:ea typeface="Arial"/>
                <a:cs typeface="Arial"/>
              </a:defRPr>
            </a:lvl2pPr>
            <a:lvl3pPr>
              <a:defRPr sz="1425" b="1">
                <a:solidFill>
                  <a:srgbClr val="EF7055"/>
                </a:solidFill>
                <a:latin typeface="Arial"/>
                <a:ea typeface="Arial"/>
                <a:cs typeface="Arial"/>
              </a:defRPr>
            </a:lvl3pPr>
            <a:lvl4pPr>
              <a:defRPr sz="1425" b="1">
                <a:solidFill>
                  <a:srgbClr val="EF7055"/>
                </a:solidFill>
                <a:latin typeface="Arial"/>
                <a:ea typeface="Arial"/>
                <a:cs typeface="Arial"/>
              </a:defRPr>
            </a:lvl4pPr>
            <a:lvl5pPr>
              <a:defRPr sz="1425" b="1">
                <a:solidFill>
                  <a:srgbClr val="EF7055"/>
                </a:solidFill>
                <a:latin typeface="Arial"/>
                <a:ea typeface="Arial"/>
                <a:cs typeface="Arial"/>
              </a:defRPr>
            </a:lvl5pPr>
            <a:lvl6pPr>
              <a:defRPr sz="1425" b="1">
                <a:solidFill>
                  <a:srgbClr val="EF7055"/>
                </a:solidFill>
                <a:latin typeface="Arial"/>
                <a:ea typeface="Arial"/>
                <a:cs typeface="Arial"/>
              </a:defRPr>
            </a:lvl6pPr>
            <a:lvl7pPr>
              <a:defRPr sz="1425" b="1">
                <a:solidFill>
                  <a:srgbClr val="EF7055"/>
                </a:solidFill>
                <a:latin typeface="Arial"/>
                <a:ea typeface="Arial"/>
                <a:cs typeface="Arial"/>
              </a:defRPr>
            </a:lvl7pPr>
            <a:lvl8pPr>
              <a:defRPr sz="1425" b="1">
                <a:solidFill>
                  <a:srgbClr val="EF7055"/>
                </a:solidFill>
                <a:latin typeface="Arial"/>
                <a:ea typeface="Arial"/>
                <a:cs typeface="Arial"/>
              </a:defRPr>
            </a:lvl8pPr>
            <a:lvl9pPr>
              <a:defRPr sz="1425" b="1">
                <a:solidFill>
                  <a:srgbClr val="EF7055"/>
                </a:solidFill>
                <a:latin typeface="Arial"/>
                <a:ea typeface="Arial"/>
                <a:cs typeface="Arial"/>
              </a:defRPr>
            </a:lvl9pPr>
          </a:lstStyle>
          <a:p>
            <a:pPr>
              <a:defRPr sz="1425" b="1">
                <a:solidFill>
                  <a:srgbClr val="EF7055"/>
                </a:solidFill>
                <a:latin typeface="Arial"/>
                <a:ea typeface="Arial"/>
                <a:cs typeface="Arial"/>
              </a:defRPr>
            </a:pPr>
            <a:r>
              <a:rPr sz="1425" b="1">
                <a:solidFill>
                  <a:srgbClr val="EF7055"/>
                </a:solidFill>
                <a:latin typeface="Arial"/>
                <a:ea typeface="Arial"/>
                <a:cs typeface="Arial"/>
              </a:rPr>
              <a:t>Đối chiếu</a:t>
            </a:r>
          </a:p>
        </p:txBody>
      </p:sp>
      <p:sp>
        <p:nvSpPr>
          <p:cNvPr id="23" name="Rectangle 22">
            <a:extLst>
              <a:ext uri="{FF2B5EF4-FFF2-40B4-BE49-F238E27FC236}">
                <a16:creationId xmlns:a16="http://schemas.microsoft.com/office/drawing/2014/main" id="{00315E91-C5DB-4523-9ED9-2E25A7C7A7BC}"/>
              </a:ext>
            </a:extLst>
          </p:cNvPr>
          <p:cNvSpPr>
            <a:spLocks noGrp="1"/>
          </p:cNvSpPr>
          <p:nvPr/>
        </p:nvSpPr>
        <p:spPr>
          <a:xfrm>
            <a:off x="8572500" y="4057650"/>
            <a:ext cx="2914650" cy="495300"/>
          </a:xfrm>
          <a:prstGeom prst="rect">
            <a:avLst/>
          </a:prstGeom>
          <a:noFill/>
          <a:ln w="0">
            <a:noFill/>
            <a:prstDash val="solid"/>
          </a:ln>
        </p:spPr>
        <p:txBody>
          <a:bodyPr lIns="0" tIns="0" rIns="0" bIns="0"/>
          <a:lstStyle>
            <a:defPPr>
              <a:defRPr sz="1275" b="0">
                <a:solidFill>
                  <a:srgbClr val="182637"/>
                </a:solidFill>
                <a:latin typeface="Arial"/>
                <a:ea typeface="Arial"/>
                <a:cs typeface="Arial"/>
              </a:defRPr>
            </a:defPPr>
            <a:lvl1pPr>
              <a:defRPr sz="1275" b="0">
                <a:solidFill>
                  <a:srgbClr val="182637"/>
                </a:solidFill>
                <a:latin typeface="Arial"/>
                <a:ea typeface="Arial"/>
                <a:cs typeface="Arial"/>
              </a:defRPr>
            </a:lvl1pPr>
            <a:lvl2pPr>
              <a:defRPr sz="1275" b="0">
                <a:solidFill>
                  <a:srgbClr val="182637"/>
                </a:solidFill>
                <a:latin typeface="Arial"/>
                <a:ea typeface="Arial"/>
                <a:cs typeface="Arial"/>
              </a:defRPr>
            </a:lvl2pPr>
            <a:lvl3pPr>
              <a:defRPr sz="1275" b="0">
                <a:solidFill>
                  <a:srgbClr val="182637"/>
                </a:solidFill>
                <a:latin typeface="Arial"/>
                <a:ea typeface="Arial"/>
                <a:cs typeface="Arial"/>
              </a:defRPr>
            </a:lvl3pPr>
            <a:lvl4pPr>
              <a:defRPr sz="1275" b="0">
                <a:solidFill>
                  <a:srgbClr val="182637"/>
                </a:solidFill>
                <a:latin typeface="Arial"/>
                <a:ea typeface="Arial"/>
                <a:cs typeface="Arial"/>
              </a:defRPr>
            </a:lvl4pPr>
            <a:lvl5pPr>
              <a:defRPr sz="1275" b="0">
                <a:solidFill>
                  <a:srgbClr val="182637"/>
                </a:solidFill>
                <a:latin typeface="Arial"/>
                <a:ea typeface="Arial"/>
                <a:cs typeface="Arial"/>
              </a:defRPr>
            </a:lvl5pPr>
            <a:lvl6pPr>
              <a:defRPr sz="1275" b="0">
                <a:solidFill>
                  <a:srgbClr val="182637"/>
                </a:solidFill>
                <a:latin typeface="Arial"/>
                <a:ea typeface="Arial"/>
                <a:cs typeface="Arial"/>
              </a:defRPr>
            </a:lvl6pPr>
            <a:lvl7pPr>
              <a:defRPr sz="1275" b="0">
                <a:solidFill>
                  <a:srgbClr val="182637"/>
                </a:solidFill>
                <a:latin typeface="Arial"/>
                <a:ea typeface="Arial"/>
                <a:cs typeface="Arial"/>
              </a:defRPr>
            </a:lvl7pPr>
            <a:lvl8pPr>
              <a:defRPr sz="1275" b="0">
                <a:solidFill>
                  <a:srgbClr val="182637"/>
                </a:solidFill>
                <a:latin typeface="Arial"/>
                <a:ea typeface="Arial"/>
                <a:cs typeface="Arial"/>
              </a:defRPr>
            </a:lvl8pPr>
            <a:lvl9pPr>
              <a:defRPr sz="1275" b="0">
                <a:solidFill>
                  <a:srgbClr val="182637"/>
                </a:solidFill>
                <a:latin typeface="Arial"/>
                <a:ea typeface="Arial"/>
                <a:cs typeface="Arial"/>
              </a:defRPr>
            </a:lvl9pPr>
          </a:lstStyle>
          <a:p>
            <a:pPr>
              <a:defRPr sz="1275" b="0">
                <a:solidFill>
                  <a:srgbClr val="182637"/>
                </a:solidFill>
                <a:latin typeface="Arial"/>
                <a:ea typeface="Arial"/>
                <a:cs typeface="Arial"/>
              </a:defRPr>
            </a:pPr>
            <a:r>
              <a:rPr sz="1275" b="0">
                <a:solidFill>
                  <a:srgbClr val="182637"/>
                </a:solidFill>
                <a:latin typeface="Arial"/>
                <a:ea typeface="Arial"/>
                <a:cs typeface="Arial"/>
              </a:rPr>
              <a:t>Kèm evidence từ câu khách gửi</a:t>
            </a:r>
          </a:p>
        </p:txBody>
      </p:sp>
      <p:sp>
        <p:nvSpPr>
          <p:cNvPr id="24" name="Rectangle 23">
            <a:extLst>
              <a:ext uri="{FF2B5EF4-FFF2-40B4-BE49-F238E27FC236}">
                <a16:creationId xmlns:a16="http://schemas.microsoft.com/office/drawing/2014/main" id="{B8E16E8F-3374-4636-8DAB-05E4B83323C4}"/>
              </a:ext>
            </a:extLst>
          </p:cNvPr>
          <p:cNvSpPr>
            <a:spLocks noGrp="1"/>
          </p:cNvSpPr>
          <p:nvPr/>
        </p:nvSpPr>
        <p:spPr>
          <a:xfrm>
            <a:off x="7048500" y="4800600"/>
            <a:ext cx="1600200" cy="285750"/>
          </a:xfrm>
          <a:prstGeom prst="rect">
            <a:avLst/>
          </a:prstGeom>
          <a:noFill/>
          <a:ln w="0">
            <a:noFill/>
            <a:prstDash val="solid"/>
          </a:ln>
        </p:spPr>
        <p:txBody>
          <a:bodyPr lIns="0" tIns="0" rIns="0" bIns="0"/>
          <a:lstStyle>
            <a:defPPr>
              <a:defRPr sz="1425" b="1">
                <a:solidFill>
                  <a:srgbClr val="EF7055"/>
                </a:solidFill>
                <a:latin typeface="Arial"/>
                <a:ea typeface="Arial"/>
                <a:cs typeface="Arial"/>
              </a:defRPr>
            </a:defPPr>
            <a:lvl1pPr>
              <a:defRPr sz="1425" b="1">
                <a:solidFill>
                  <a:srgbClr val="EF7055"/>
                </a:solidFill>
                <a:latin typeface="Arial"/>
                <a:ea typeface="Arial"/>
                <a:cs typeface="Arial"/>
              </a:defRPr>
            </a:lvl1pPr>
            <a:lvl2pPr>
              <a:defRPr sz="1425" b="1">
                <a:solidFill>
                  <a:srgbClr val="EF7055"/>
                </a:solidFill>
                <a:latin typeface="Arial"/>
                <a:ea typeface="Arial"/>
                <a:cs typeface="Arial"/>
              </a:defRPr>
            </a:lvl2pPr>
            <a:lvl3pPr>
              <a:defRPr sz="1425" b="1">
                <a:solidFill>
                  <a:srgbClr val="EF7055"/>
                </a:solidFill>
                <a:latin typeface="Arial"/>
                <a:ea typeface="Arial"/>
                <a:cs typeface="Arial"/>
              </a:defRPr>
            </a:lvl3pPr>
            <a:lvl4pPr>
              <a:defRPr sz="1425" b="1">
                <a:solidFill>
                  <a:srgbClr val="EF7055"/>
                </a:solidFill>
                <a:latin typeface="Arial"/>
                <a:ea typeface="Arial"/>
                <a:cs typeface="Arial"/>
              </a:defRPr>
            </a:lvl4pPr>
            <a:lvl5pPr>
              <a:defRPr sz="1425" b="1">
                <a:solidFill>
                  <a:srgbClr val="EF7055"/>
                </a:solidFill>
                <a:latin typeface="Arial"/>
                <a:ea typeface="Arial"/>
                <a:cs typeface="Arial"/>
              </a:defRPr>
            </a:lvl5pPr>
            <a:lvl6pPr>
              <a:defRPr sz="1425" b="1">
                <a:solidFill>
                  <a:srgbClr val="EF7055"/>
                </a:solidFill>
                <a:latin typeface="Arial"/>
                <a:ea typeface="Arial"/>
                <a:cs typeface="Arial"/>
              </a:defRPr>
            </a:lvl6pPr>
            <a:lvl7pPr>
              <a:defRPr sz="1425" b="1">
                <a:solidFill>
                  <a:srgbClr val="EF7055"/>
                </a:solidFill>
                <a:latin typeface="Arial"/>
                <a:ea typeface="Arial"/>
                <a:cs typeface="Arial"/>
              </a:defRPr>
            </a:lvl7pPr>
            <a:lvl8pPr>
              <a:defRPr sz="1425" b="1">
                <a:solidFill>
                  <a:srgbClr val="EF7055"/>
                </a:solidFill>
                <a:latin typeface="Arial"/>
                <a:ea typeface="Arial"/>
                <a:cs typeface="Arial"/>
              </a:defRPr>
            </a:lvl8pPr>
            <a:lvl9pPr>
              <a:defRPr sz="1425" b="1">
                <a:solidFill>
                  <a:srgbClr val="EF7055"/>
                </a:solidFill>
                <a:latin typeface="Arial"/>
                <a:ea typeface="Arial"/>
                <a:cs typeface="Arial"/>
              </a:defRPr>
            </a:lvl9pPr>
          </a:lstStyle>
          <a:p>
            <a:pPr>
              <a:defRPr sz="1425" b="1">
                <a:solidFill>
                  <a:srgbClr val="EF7055"/>
                </a:solidFill>
                <a:latin typeface="Arial"/>
                <a:ea typeface="Arial"/>
                <a:cs typeface="Arial"/>
              </a:defRPr>
            </a:pPr>
            <a:r>
              <a:rPr sz="1425" b="1">
                <a:solidFill>
                  <a:srgbClr val="EF7055"/>
                </a:solidFill>
                <a:latin typeface="Arial"/>
                <a:ea typeface="Arial"/>
                <a:cs typeface="Arial"/>
              </a:rPr>
              <a:t>Nếu JSON sai</a:t>
            </a:r>
          </a:p>
        </p:txBody>
      </p:sp>
      <p:sp>
        <p:nvSpPr>
          <p:cNvPr id="25" name="Rectangle 24">
            <a:extLst>
              <a:ext uri="{FF2B5EF4-FFF2-40B4-BE49-F238E27FC236}">
                <a16:creationId xmlns:a16="http://schemas.microsoft.com/office/drawing/2014/main" id="{BA2EC8A6-BE53-465A-8733-9E05C8E15623}"/>
              </a:ext>
            </a:extLst>
          </p:cNvPr>
          <p:cNvSpPr>
            <a:spLocks noGrp="1"/>
          </p:cNvSpPr>
          <p:nvPr/>
        </p:nvSpPr>
        <p:spPr>
          <a:xfrm>
            <a:off x="8572500" y="4800600"/>
            <a:ext cx="2914650" cy="495300"/>
          </a:xfrm>
          <a:prstGeom prst="rect">
            <a:avLst/>
          </a:prstGeom>
          <a:noFill/>
          <a:ln w="0">
            <a:noFill/>
            <a:prstDash val="solid"/>
          </a:ln>
        </p:spPr>
        <p:txBody>
          <a:bodyPr lIns="0" tIns="0" rIns="0" bIns="0"/>
          <a:lstStyle>
            <a:defPPr>
              <a:defRPr sz="1275" b="0">
                <a:solidFill>
                  <a:srgbClr val="182637"/>
                </a:solidFill>
                <a:latin typeface="Arial"/>
                <a:ea typeface="Arial"/>
                <a:cs typeface="Arial"/>
              </a:defRPr>
            </a:defPPr>
            <a:lvl1pPr>
              <a:defRPr sz="1275" b="0">
                <a:solidFill>
                  <a:srgbClr val="182637"/>
                </a:solidFill>
                <a:latin typeface="Arial"/>
                <a:ea typeface="Arial"/>
                <a:cs typeface="Arial"/>
              </a:defRPr>
            </a:lvl1pPr>
            <a:lvl2pPr>
              <a:defRPr sz="1275" b="0">
                <a:solidFill>
                  <a:srgbClr val="182637"/>
                </a:solidFill>
                <a:latin typeface="Arial"/>
                <a:ea typeface="Arial"/>
                <a:cs typeface="Arial"/>
              </a:defRPr>
            </a:lvl2pPr>
            <a:lvl3pPr>
              <a:defRPr sz="1275" b="0">
                <a:solidFill>
                  <a:srgbClr val="182637"/>
                </a:solidFill>
                <a:latin typeface="Arial"/>
                <a:ea typeface="Arial"/>
                <a:cs typeface="Arial"/>
              </a:defRPr>
            </a:lvl3pPr>
            <a:lvl4pPr>
              <a:defRPr sz="1275" b="0">
                <a:solidFill>
                  <a:srgbClr val="182637"/>
                </a:solidFill>
                <a:latin typeface="Arial"/>
                <a:ea typeface="Arial"/>
                <a:cs typeface="Arial"/>
              </a:defRPr>
            </a:lvl4pPr>
            <a:lvl5pPr>
              <a:defRPr sz="1275" b="0">
                <a:solidFill>
                  <a:srgbClr val="182637"/>
                </a:solidFill>
                <a:latin typeface="Arial"/>
                <a:ea typeface="Arial"/>
                <a:cs typeface="Arial"/>
              </a:defRPr>
            </a:lvl5pPr>
            <a:lvl6pPr>
              <a:defRPr sz="1275" b="0">
                <a:solidFill>
                  <a:srgbClr val="182637"/>
                </a:solidFill>
                <a:latin typeface="Arial"/>
                <a:ea typeface="Arial"/>
                <a:cs typeface="Arial"/>
              </a:defRPr>
            </a:lvl6pPr>
            <a:lvl7pPr>
              <a:defRPr sz="1275" b="0">
                <a:solidFill>
                  <a:srgbClr val="182637"/>
                </a:solidFill>
                <a:latin typeface="Arial"/>
                <a:ea typeface="Arial"/>
                <a:cs typeface="Arial"/>
              </a:defRPr>
            </a:lvl7pPr>
            <a:lvl8pPr>
              <a:defRPr sz="1275" b="0">
                <a:solidFill>
                  <a:srgbClr val="182637"/>
                </a:solidFill>
                <a:latin typeface="Arial"/>
                <a:ea typeface="Arial"/>
                <a:cs typeface="Arial"/>
              </a:defRPr>
            </a:lvl8pPr>
            <a:lvl9pPr>
              <a:defRPr sz="1275" b="0">
                <a:solidFill>
                  <a:srgbClr val="182637"/>
                </a:solidFill>
                <a:latin typeface="Arial"/>
                <a:ea typeface="Arial"/>
                <a:cs typeface="Arial"/>
              </a:defRPr>
            </a:lvl9pPr>
          </a:lstStyle>
          <a:p>
            <a:pPr>
              <a:defRPr sz="1275" b="0">
                <a:solidFill>
                  <a:srgbClr val="182637"/>
                </a:solidFill>
                <a:latin typeface="Arial"/>
                <a:ea typeface="Arial"/>
                <a:cs typeface="Arial"/>
              </a:defRPr>
            </a:pPr>
            <a:r>
              <a:rPr sz="1275" b="0">
                <a:solidFill>
                  <a:srgbClr val="182637"/>
                </a:solidFill>
                <a:latin typeface="Arial"/>
                <a:ea typeface="Arial"/>
                <a:cs typeface="Arial"/>
              </a:rPr>
              <a:t>Trả lỗi, không ghi vào database</a:t>
            </a:r>
          </a:p>
        </p:txBody>
      </p:sp>
      <p:sp>
        <p:nvSpPr>
          <p:cNvPr id="26" name="Rectangle 25">
            <a:extLst>
              <a:ext uri="{FF2B5EF4-FFF2-40B4-BE49-F238E27FC236}">
                <a16:creationId xmlns:a16="http://schemas.microsoft.com/office/drawing/2014/main" id="{112B14E3-9A2D-4656-9340-DB11778F472A}"/>
              </a:ext>
            </a:extLst>
          </p:cNvPr>
          <p:cNvSpPr>
            <a:spLocks noGrp="1"/>
          </p:cNvSpPr>
          <p:nvPr/>
        </p:nvSpPr>
        <p:spPr>
          <a:xfrm>
            <a:off x="7048500" y="5715000"/>
            <a:ext cx="4381500" cy="400050"/>
          </a:xfrm>
          <a:prstGeom prst="rect">
            <a:avLst/>
          </a:prstGeom>
          <a:noFill/>
          <a:ln w="0">
            <a:noFill/>
            <a:prstDash val="solid"/>
          </a:ln>
        </p:spPr>
        <p:txBody>
          <a:bodyPr lIns="0" tIns="0" rIns="0" bIns="0"/>
          <a:lstStyle>
            <a:defPPr>
              <a:defRPr sz="1200" b="0">
                <a:solidFill>
                  <a:srgbClr val="65717D"/>
                </a:solidFill>
                <a:latin typeface="Arial"/>
                <a:ea typeface="Arial"/>
                <a:cs typeface="Arial"/>
              </a:defRPr>
            </a:defPPr>
            <a:lvl1pPr>
              <a:defRPr sz="1200" b="0">
                <a:solidFill>
                  <a:srgbClr val="65717D"/>
                </a:solidFill>
                <a:latin typeface="Arial"/>
                <a:ea typeface="Arial"/>
                <a:cs typeface="Arial"/>
              </a:defRPr>
            </a:lvl1pPr>
            <a:lvl2pPr>
              <a:defRPr sz="1200" b="0">
                <a:solidFill>
                  <a:srgbClr val="65717D"/>
                </a:solidFill>
                <a:latin typeface="Arial"/>
                <a:ea typeface="Arial"/>
                <a:cs typeface="Arial"/>
              </a:defRPr>
            </a:lvl2pPr>
            <a:lvl3pPr>
              <a:defRPr sz="1200" b="0">
                <a:solidFill>
                  <a:srgbClr val="65717D"/>
                </a:solidFill>
                <a:latin typeface="Arial"/>
                <a:ea typeface="Arial"/>
                <a:cs typeface="Arial"/>
              </a:defRPr>
            </a:lvl3pPr>
            <a:lvl4pPr>
              <a:defRPr sz="1200" b="0">
                <a:solidFill>
                  <a:srgbClr val="65717D"/>
                </a:solidFill>
                <a:latin typeface="Arial"/>
                <a:ea typeface="Arial"/>
                <a:cs typeface="Arial"/>
              </a:defRPr>
            </a:lvl4pPr>
            <a:lvl5pPr>
              <a:defRPr sz="1200" b="0">
                <a:solidFill>
                  <a:srgbClr val="65717D"/>
                </a:solidFill>
                <a:latin typeface="Arial"/>
                <a:ea typeface="Arial"/>
                <a:cs typeface="Arial"/>
              </a:defRPr>
            </a:lvl5pPr>
            <a:lvl6pPr>
              <a:defRPr sz="1200" b="0">
                <a:solidFill>
                  <a:srgbClr val="65717D"/>
                </a:solidFill>
                <a:latin typeface="Arial"/>
                <a:ea typeface="Arial"/>
                <a:cs typeface="Arial"/>
              </a:defRPr>
            </a:lvl6pPr>
            <a:lvl7pPr>
              <a:defRPr sz="1200" b="0">
                <a:solidFill>
                  <a:srgbClr val="65717D"/>
                </a:solidFill>
                <a:latin typeface="Arial"/>
                <a:ea typeface="Arial"/>
                <a:cs typeface="Arial"/>
              </a:defRPr>
            </a:lvl7pPr>
            <a:lvl8pPr>
              <a:defRPr sz="1200" b="0">
                <a:solidFill>
                  <a:srgbClr val="65717D"/>
                </a:solidFill>
                <a:latin typeface="Arial"/>
                <a:ea typeface="Arial"/>
                <a:cs typeface="Arial"/>
              </a:defRPr>
            </a:lvl8pPr>
            <a:lvl9pPr>
              <a:defRPr sz="1200" b="0">
                <a:solidFill>
                  <a:srgbClr val="65717D"/>
                </a:solidFill>
                <a:latin typeface="Arial"/>
                <a:ea typeface="Arial"/>
                <a:cs typeface="Arial"/>
              </a:defRPr>
            </a:lvl9pPr>
          </a:lstStyle>
          <a:p>
            <a:pPr>
              <a:defRPr sz="1200" b="0">
                <a:solidFill>
                  <a:srgbClr val="65717D"/>
                </a:solidFill>
                <a:latin typeface="Arial"/>
                <a:ea typeface="Arial"/>
                <a:cs typeface="Arial"/>
              </a:defRPr>
            </a:pPr>
            <a:r>
              <a:rPr sz="1200" b="0">
                <a:solidFill>
                  <a:srgbClr val="65717D"/>
                </a:solidFill>
                <a:latin typeface="Arial"/>
                <a:ea typeface="Arial"/>
                <a:cs typeface="Arial"/>
              </a:rPr>
              <a:t>Confidence chỉ giúp chọn route. Chưa được hiệu chuẩn thành xác suất.</a:t>
            </a:r>
          </a:p>
        </p:txBody>
      </p:sp>
    </p:spTree>
    <p:extLst>
      <p:ext uri="{BB962C8B-B14F-4D97-AF65-F5344CB8AC3E}">
        <p14:creationId xmlns:p14="http://schemas.microsoft.com/office/powerpoint/2010/main" val="37941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00C211F-338D-4813-96DA-746B936E4478}"/>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KIỂM SOÁT HALLUCINATION</a:t>
            </a:r>
          </a:p>
        </p:txBody>
      </p:sp>
      <p:sp>
        <p:nvSpPr>
          <p:cNvPr id="2" name="Rectangle 1">
            <a:extLst>
              <a:ext uri="{FF2B5EF4-FFF2-40B4-BE49-F238E27FC236}">
                <a16:creationId xmlns:a16="http://schemas.microsoft.com/office/drawing/2014/main" id="{DAB166AB-D64C-42B1-82AE-E763E7C076DA}"/>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a:solidFill>
                  <a:srgbClr val="182637"/>
                </a:solidFill>
                <a:latin typeface="Arial"/>
                <a:ea typeface="Arial"/>
                <a:cs typeface="Arial"/>
              </a:rPr>
              <a:t>Giá và tồn kho phải đến từ dữ liệu thật</a:t>
            </a:r>
          </a:p>
        </p:txBody>
      </p:sp>
      <p:sp>
        <p:nvSpPr>
          <p:cNvPr id="3" name="Rectangle 2">
            <a:extLst>
              <a:ext uri="{FF2B5EF4-FFF2-40B4-BE49-F238E27FC236}">
                <a16:creationId xmlns:a16="http://schemas.microsoft.com/office/drawing/2014/main" id="{694A7DFC-1F97-436D-8228-A9BFDBCDE05F}"/>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C7CB9B88-29CF-4786-B5AE-45F36B5E0EA2}"/>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06</a:t>
            </a:r>
          </a:p>
        </p:txBody>
      </p:sp>
      <p:sp>
        <p:nvSpPr>
          <p:cNvPr id="5" name="Rectangle: Rounded Corners 4">
            <a:extLst>
              <a:ext uri="{FF2B5EF4-FFF2-40B4-BE49-F238E27FC236}">
                <a16:creationId xmlns:a16="http://schemas.microsoft.com/office/drawing/2014/main" id="{A1BC4E54-9C4B-4FFF-AE9A-3E9E9A11E3A9}"/>
              </a:ext>
            </a:extLst>
          </p:cNvPr>
          <p:cNvSpPr>
            <a:spLocks noGrp="1"/>
          </p:cNvSpPr>
          <p:nvPr/>
        </p:nvSpPr>
        <p:spPr>
          <a:xfrm>
            <a:off x="685800" y="2095500"/>
            <a:ext cx="3314700" cy="2990850"/>
          </a:xfrm>
          <a:prstGeom prst="roundRect">
            <a:avLst>
              <a:gd name="adj" fmla="val 5096"/>
            </a:avLst>
          </a:prstGeom>
          <a:solidFill>
            <a:srgbClr val="E7EEF2"/>
          </a:solidFill>
          <a:ln w="0">
            <a:noFill/>
            <a:prstDash val="solid"/>
          </a:ln>
        </p:spPr>
        <p:txBody>
          <a:bodyPr/>
          <a:lstStyle/>
          <a:p>
            <a:endParaRPr lang="en-US"/>
          </a:p>
        </p:txBody>
      </p:sp>
      <p:sp>
        <p:nvSpPr>
          <p:cNvPr id="6" name="Rectangle 5">
            <a:extLst>
              <a:ext uri="{FF2B5EF4-FFF2-40B4-BE49-F238E27FC236}">
                <a16:creationId xmlns:a16="http://schemas.microsoft.com/office/drawing/2014/main" id="{9531591E-2684-4EC4-A71C-EF55398EFB81}"/>
              </a:ext>
            </a:extLst>
          </p:cNvPr>
          <p:cNvSpPr>
            <a:spLocks noGrp="1"/>
          </p:cNvSpPr>
          <p:nvPr/>
        </p:nvSpPr>
        <p:spPr>
          <a:xfrm>
            <a:off x="952500" y="2381250"/>
            <a:ext cx="609600" cy="26670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01</a:t>
            </a:r>
          </a:p>
        </p:txBody>
      </p:sp>
      <p:sp>
        <p:nvSpPr>
          <p:cNvPr id="7" name="Rectangle 6">
            <a:extLst>
              <a:ext uri="{FF2B5EF4-FFF2-40B4-BE49-F238E27FC236}">
                <a16:creationId xmlns:a16="http://schemas.microsoft.com/office/drawing/2014/main" id="{80791472-1073-481B-A02F-6D01FACED63C}"/>
              </a:ext>
            </a:extLst>
          </p:cNvPr>
          <p:cNvSpPr>
            <a:spLocks noGrp="1"/>
          </p:cNvSpPr>
          <p:nvPr/>
        </p:nvSpPr>
        <p:spPr>
          <a:xfrm>
            <a:off x="952500" y="2914650"/>
            <a:ext cx="2800350" cy="438150"/>
          </a:xfrm>
          <a:prstGeom prst="rect">
            <a:avLst/>
          </a:prstGeom>
          <a:noFill/>
          <a:ln w="0">
            <a:noFill/>
            <a:prstDash val="solid"/>
          </a:ln>
        </p:spPr>
        <p:txBody>
          <a:bodyPr lIns="0" tIns="0" rIns="0" bIns="0"/>
          <a:lstStyle>
            <a:defPPr>
              <a:defRPr sz="1875" b="1">
                <a:solidFill>
                  <a:srgbClr val="182637"/>
                </a:solidFill>
                <a:latin typeface="Arial"/>
                <a:ea typeface="Arial"/>
                <a:cs typeface="Arial"/>
              </a:defRPr>
            </a:defPPr>
            <a:lvl1pPr>
              <a:defRPr sz="1875" b="1">
                <a:solidFill>
                  <a:srgbClr val="182637"/>
                </a:solidFill>
                <a:latin typeface="Arial"/>
                <a:ea typeface="Arial"/>
                <a:cs typeface="Arial"/>
              </a:defRPr>
            </a:lvl1pPr>
            <a:lvl2pPr>
              <a:defRPr sz="1875" b="1">
                <a:solidFill>
                  <a:srgbClr val="182637"/>
                </a:solidFill>
                <a:latin typeface="Arial"/>
                <a:ea typeface="Arial"/>
                <a:cs typeface="Arial"/>
              </a:defRPr>
            </a:lvl2pPr>
            <a:lvl3pPr>
              <a:defRPr sz="1875" b="1">
                <a:solidFill>
                  <a:srgbClr val="182637"/>
                </a:solidFill>
                <a:latin typeface="Arial"/>
                <a:ea typeface="Arial"/>
                <a:cs typeface="Arial"/>
              </a:defRPr>
            </a:lvl3pPr>
            <a:lvl4pPr>
              <a:defRPr sz="1875" b="1">
                <a:solidFill>
                  <a:srgbClr val="182637"/>
                </a:solidFill>
                <a:latin typeface="Arial"/>
                <a:ea typeface="Arial"/>
                <a:cs typeface="Arial"/>
              </a:defRPr>
            </a:lvl4pPr>
            <a:lvl5pPr>
              <a:defRPr sz="1875" b="1">
                <a:solidFill>
                  <a:srgbClr val="182637"/>
                </a:solidFill>
                <a:latin typeface="Arial"/>
                <a:ea typeface="Arial"/>
                <a:cs typeface="Arial"/>
              </a:defRPr>
            </a:lvl5pPr>
            <a:lvl6pPr>
              <a:defRPr sz="1875" b="1">
                <a:solidFill>
                  <a:srgbClr val="182637"/>
                </a:solidFill>
                <a:latin typeface="Arial"/>
                <a:ea typeface="Arial"/>
                <a:cs typeface="Arial"/>
              </a:defRPr>
            </a:lvl6pPr>
            <a:lvl7pPr>
              <a:defRPr sz="1875" b="1">
                <a:solidFill>
                  <a:srgbClr val="182637"/>
                </a:solidFill>
                <a:latin typeface="Arial"/>
                <a:ea typeface="Arial"/>
                <a:cs typeface="Arial"/>
              </a:defRPr>
            </a:lvl7pPr>
            <a:lvl8pPr>
              <a:defRPr sz="1875" b="1">
                <a:solidFill>
                  <a:srgbClr val="182637"/>
                </a:solidFill>
                <a:latin typeface="Arial"/>
                <a:ea typeface="Arial"/>
                <a:cs typeface="Arial"/>
              </a:defRPr>
            </a:lvl8pPr>
            <a:lvl9pPr>
              <a:defRPr sz="1875" b="1">
                <a:solidFill>
                  <a:srgbClr val="182637"/>
                </a:solidFill>
                <a:latin typeface="Arial"/>
                <a:ea typeface="Arial"/>
                <a:cs typeface="Arial"/>
              </a:defRPr>
            </a:lvl9pPr>
          </a:lstStyle>
          <a:p>
            <a:pPr>
              <a:defRPr sz="1875" b="1">
                <a:solidFill>
                  <a:srgbClr val="182637"/>
                </a:solidFill>
                <a:latin typeface="Arial"/>
                <a:ea typeface="Arial"/>
                <a:cs typeface="Arial"/>
              </a:defRPr>
            </a:pPr>
            <a:r>
              <a:rPr sz="1875" b="1">
                <a:solidFill>
                  <a:srgbClr val="182637"/>
                </a:solidFill>
                <a:latin typeface="Arial"/>
                <a:ea typeface="Arial"/>
                <a:cs typeface="Arial"/>
              </a:rPr>
              <a:t>Tra trong SQLite</a:t>
            </a:r>
          </a:p>
        </p:txBody>
      </p:sp>
      <p:sp>
        <p:nvSpPr>
          <p:cNvPr id="8" name="Rectangle 7">
            <a:extLst>
              <a:ext uri="{FF2B5EF4-FFF2-40B4-BE49-F238E27FC236}">
                <a16:creationId xmlns:a16="http://schemas.microsoft.com/office/drawing/2014/main" id="{FEE75FD2-7287-476B-BB59-EB149C64E125}"/>
              </a:ext>
            </a:extLst>
          </p:cNvPr>
          <p:cNvSpPr>
            <a:spLocks noGrp="1"/>
          </p:cNvSpPr>
          <p:nvPr/>
        </p:nvSpPr>
        <p:spPr>
          <a:xfrm>
            <a:off x="952500" y="3600450"/>
            <a:ext cx="2724150" cy="10668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Khi bạn hỏi giá hay tồn kho, backend đọc catalog. Model không tự đưa ra con số.</a:t>
            </a:r>
          </a:p>
        </p:txBody>
      </p:sp>
      <p:sp>
        <p:nvSpPr>
          <p:cNvPr id="9" name="Rectangle: Rounded Corners 8">
            <a:extLst>
              <a:ext uri="{FF2B5EF4-FFF2-40B4-BE49-F238E27FC236}">
                <a16:creationId xmlns:a16="http://schemas.microsoft.com/office/drawing/2014/main" id="{B7161168-6D2C-4B02-9655-39DCC454991C}"/>
              </a:ext>
            </a:extLst>
          </p:cNvPr>
          <p:cNvSpPr>
            <a:spLocks noGrp="1"/>
          </p:cNvSpPr>
          <p:nvPr/>
        </p:nvSpPr>
        <p:spPr>
          <a:xfrm>
            <a:off x="4362450" y="2095500"/>
            <a:ext cx="3314700" cy="2990850"/>
          </a:xfrm>
          <a:prstGeom prst="roundRect">
            <a:avLst>
              <a:gd name="adj" fmla="val 5096"/>
            </a:avLst>
          </a:prstGeom>
          <a:solidFill>
            <a:srgbClr val="F9E8E1"/>
          </a:solidFill>
          <a:ln w="0">
            <a:noFill/>
            <a:prstDash val="solid"/>
          </a:ln>
        </p:spPr>
        <p:txBody>
          <a:bodyPr/>
          <a:lstStyle/>
          <a:p>
            <a:endParaRPr lang="en-US"/>
          </a:p>
        </p:txBody>
      </p:sp>
      <p:sp>
        <p:nvSpPr>
          <p:cNvPr id="10" name="Rectangle 9">
            <a:extLst>
              <a:ext uri="{FF2B5EF4-FFF2-40B4-BE49-F238E27FC236}">
                <a16:creationId xmlns:a16="http://schemas.microsoft.com/office/drawing/2014/main" id="{2BDB2612-35B0-4F9F-8515-F141F707EFEC}"/>
              </a:ext>
            </a:extLst>
          </p:cNvPr>
          <p:cNvSpPr>
            <a:spLocks noGrp="1"/>
          </p:cNvSpPr>
          <p:nvPr/>
        </p:nvSpPr>
        <p:spPr>
          <a:xfrm>
            <a:off x="4629150" y="2381250"/>
            <a:ext cx="609600" cy="26670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02</a:t>
            </a:r>
          </a:p>
        </p:txBody>
      </p:sp>
      <p:sp>
        <p:nvSpPr>
          <p:cNvPr id="11" name="Rectangle 10">
            <a:extLst>
              <a:ext uri="{FF2B5EF4-FFF2-40B4-BE49-F238E27FC236}">
                <a16:creationId xmlns:a16="http://schemas.microsoft.com/office/drawing/2014/main" id="{066A5AF5-A34D-484E-ACF8-EE77C1EE7AD5}"/>
              </a:ext>
            </a:extLst>
          </p:cNvPr>
          <p:cNvSpPr>
            <a:spLocks noGrp="1"/>
          </p:cNvSpPr>
          <p:nvPr/>
        </p:nvSpPr>
        <p:spPr>
          <a:xfrm>
            <a:off x="4629150" y="2914650"/>
            <a:ext cx="2800350" cy="438150"/>
          </a:xfrm>
          <a:prstGeom prst="rect">
            <a:avLst/>
          </a:prstGeom>
          <a:noFill/>
          <a:ln w="0">
            <a:noFill/>
            <a:prstDash val="solid"/>
          </a:ln>
        </p:spPr>
        <p:txBody>
          <a:bodyPr lIns="0" tIns="0" rIns="0" bIns="0"/>
          <a:lstStyle>
            <a:defPPr>
              <a:defRPr sz="1875" b="1">
                <a:solidFill>
                  <a:srgbClr val="182637"/>
                </a:solidFill>
                <a:latin typeface="Arial"/>
                <a:ea typeface="Arial"/>
                <a:cs typeface="Arial"/>
              </a:defRPr>
            </a:defPPr>
            <a:lvl1pPr>
              <a:defRPr sz="1875" b="1">
                <a:solidFill>
                  <a:srgbClr val="182637"/>
                </a:solidFill>
                <a:latin typeface="Arial"/>
                <a:ea typeface="Arial"/>
                <a:cs typeface="Arial"/>
              </a:defRPr>
            </a:lvl1pPr>
            <a:lvl2pPr>
              <a:defRPr sz="1875" b="1">
                <a:solidFill>
                  <a:srgbClr val="182637"/>
                </a:solidFill>
                <a:latin typeface="Arial"/>
                <a:ea typeface="Arial"/>
                <a:cs typeface="Arial"/>
              </a:defRPr>
            </a:lvl2pPr>
            <a:lvl3pPr>
              <a:defRPr sz="1875" b="1">
                <a:solidFill>
                  <a:srgbClr val="182637"/>
                </a:solidFill>
                <a:latin typeface="Arial"/>
                <a:ea typeface="Arial"/>
                <a:cs typeface="Arial"/>
              </a:defRPr>
            </a:lvl3pPr>
            <a:lvl4pPr>
              <a:defRPr sz="1875" b="1">
                <a:solidFill>
                  <a:srgbClr val="182637"/>
                </a:solidFill>
                <a:latin typeface="Arial"/>
                <a:ea typeface="Arial"/>
                <a:cs typeface="Arial"/>
              </a:defRPr>
            </a:lvl4pPr>
            <a:lvl5pPr>
              <a:defRPr sz="1875" b="1">
                <a:solidFill>
                  <a:srgbClr val="182637"/>
                </a:solidFill>
                <a:latin typeface="Arial"/>
                <a:ea typeface="Arial"/>
                <a:cs typeface="Arial"/>
              </a:defRPr>
            </a:lvl5pPr>
            <a:lvl6pPr>
              <a:defRPr sz="1875" b="1">
                <a:solidFill>
                  <a:srgbClr val="182637"/>
                </a:solidFill>
                <a:latin typeface="Arial"/>
                <a:ea typeface="Arial"/>
                <a:cs typeface="Arial"/>
              </a:defRPr>
            </a:lvl6pPr>
            <a:lvl7pPr>
              <a:defRPr sz="1875" b="1">
                <a:solidFill>
                  <a:srgbClr val="182637"/>
                </a:solidFill>
                <a:latin typeface="Arial"/>
                <a:ea typeface="Arial"/>
                <a:cs typeface="Arial"/>
              </a:defRPr>
            </a:lvl7pPr>
            <a:lvl8pPr>
              <a:defRPr sz="1875" b="1">
                <a:solidFill>
                  <a:srgbClr val="182637"/>
                </a:solidFill>
                <a:latin typeface="Arial"/>
                <a:ea typeface="Arial"/>
                <a:cs typeface="Arial"/>
              </a:defRPr>
            </a:lvl8pPr>
            <a:lvl9pPr>
              <a:defRPr sz="1875" b="1">
                <a:solidFill>
                  <a:srgbClr val="182637"/>
                </a:solidFill>
                <a:latin typeface="Arial"/>
                <a:ea typeface="Arial"/>
                <a:cs typeface="Arial"/>
              </a:defRPr>
            </a:lvl9pPr>
          </a:lstStyle>
          <a:p>
            <a:pPr>
              <a:defRPr sz="1875" b="1">
                <a:solidFill>
                  <a:srgbClr val="182637"/>
                </a:solidFill>
                <a:latin typeface="Arial"/>
                <a:ea typeface="Arial"/>
                <a:cs typeface="Arial"/>
              </a:defRPr>
            </a:pPr>
            <a:r>
              <a:rPr sz="1875" b="1">
                <a:solidFill>
                  <a:srgbClr val="182637"/>
                </a:solidFill>
                <a:latin typeface="Arial"/>
                <a:ea typeface="Arial"/>
                <a:cs typeface="Arial"/>
              </a:rPr>
              <a:t>Hỏi khi chưa rõ</a:t>
            </a:r>
          </a:p>
        </p:txBody>
      </p:sp>
      <p:sp>
        <p:nvSpPr>
          <p:cNvPr id="12" name="Rectangle 11">
            <a:extLst>
              <a:ext uri="{FF2B5EF4-FFF2-40B4-BE49-F238E27FC236}">
                <a16:creationId xmlns:a16="http://schemas.microsoft.com/office/drawing/2014/main" id="{92193360-E32E-4E68-9F66-7595BF6E0CC4}"/>
              </a:ext>
            </a:extLst>
          </p:cNvPr>
          <p:cNvSpPr>
            <a:spLocks noGrp="1"/>
          </p:cNvSpPr>
          <p:nvPr/>
        </p:nvSpPr>
        <p:spPr>
          <a:xfrm>
            <a:off x="4629150" y="3600450"/>
            <a:ext cx="2724150" cy="10668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Thiếu số lượng hoặc biến thể? Hệ thống hỏi lại, không mặc định là một.</a:t>
            </a:r>
          </a:p>
        </p:txBody>
      </p:sp>
      <p:sp>
        <p:nvSpPr>
          <p:cNvPr id="13" name="Rectangle: Rounded Corners 12">
            <a:extLst>
              <a:ext uri="{FF2B5EF4-FFF2-40B4-BE49-F238E27FC236}">
                <a16:creationId xmlns:a16="http://schemas.microsoft.com/office/drawing/2014/main" id="{4D9FD391-2A3B-429B-A73D-7A676AE8EE65}"/>
              </a:ext>
            </a:extLst>
          </p:cNvPr>
          <p:cNvSpPr>
            <a:spLocks noGrp="1"/>
          </p:cNvSpPr>
          <p:nvPr/>
        </p:nvSpPr>
        <p:spPr>
          <a:xfrm>
            <a:off x="8039100" y="2095500"/>
            <a:ext cx="3314700" cy="2990850"/>
          </a:xfrm>
          <a:prstGeom prst="roundRect">
            <a:avLst>
              <a:gd name="adj" fmla="val 5096"/>
            </a:avLst>
          </a:prstGeom>
          <a:solidFill>
            <a:srgbClr val="E4F0ED"/>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5FA63F97-1E23-4B3B-BE6C-9ACBA3B28762}"/>
              </a:ext>
            </a:extLst>
          </p:cNvPr>
          <p:cNvSpPr>
            <a:spLocks noGrp="1"/>
          </p:cNvSpPr>
          <p:nvPr/>
        </p:nvSpPr>
        <p:spPr>
          <a:xfrm>
            <a:off x="8305800" y="2381250"/>
            <a:ext cx="609600" cy="266700"/>
          </a:xfrm>
          <a:prstGeom prst="rect">
            <a:avLst/>
          </a:prstGeom>
          <a:noFill/>
          <a:ln w="0">
            <a:noFill/>
            <a:prstDash val="solid"/>
          </a:ln>
        </p:spPr>
        <p:txBody>
          <a:bodyPr lIns="0" tIns="0" rIns="0" bIns="0"/>
          <a:lstStyle>
            <a:defPPr>
              <a:defRPr sz="1350" b="1">
                <a:solidFill>
                  <a:srgbClr val="EF7055"/>
                </a:solidFill>
                <a:latin typeface="Arial"/>
                <a:ea typeface="Arial"/>
                <a:cs typeface="Arial"/>
              </a:defRPr>
            </a:defPPr>
            <a:lvl1pPr>
              <a:defRPr sz="1350" b="1">
                <a:solidFill>
                  <a:srgbClr val="EF7055"/>
                </a:solidFill>
                <a:latin typeface="Arial"/>
                <a:ea typeface="Arial"/>
                <a:cs typeface="Arial"/>
              </a:defRPr>
            </a:lvl1pPr>
            <a:lvl2pPr>
              <a:defRPr sz="1350" b="1">
                <a:solidFill>
                  <a:srgbClr val="EF7055"/>
                </a:solidFill>
                <a:latin typeface="Arial"/>
                <a:ea typeface="Arial"/>
                <a:cs typeface="Arial"/>
              </a:defRPr>
            </a:lvl2pPr>
            <a:lvl3pPr>
              <a:defRPr sz="1350" b="1">
                <a:solidFill>
                  <a:srgbClr val="EF7055"/>
                </a:solidFill>
                <a:latin typeface="Arial"/>
                <a:ea typeface="Arial"/>
                <a:cs typeface="Arial"/>
              </a:defRPr>
            </a:lvl3pPr>
            <a:lvl4pPr>
              <a:defRPr sz="1350" b="1">
                <a:solidFill>
                  <a:srgbClr val="EF7055"/>
                </a:solidFill>
                <a:latin typeface="Arial"/>
                <a:ea typeface="Arial"/>
                <a:cs typeface="Arial"/>
              </a:defRPr>
            </a:lvl4pPr>
            <a:lvl5pPr>
              <a:defRPr sz="1350" b="1">
                <a:solidFill>
                  <a:srgbClr val="EF7055"/>
                </a:solidFill>
                <a:latin typeface="Arial"/>
                <a:ea typeface="Arial"/>
                <a:cs typeface="Arial"/>
              </a:defRPr>
            </a:lvl5pPr>
            <a:lvl6pPr>
              <a:defRPr sz="1350" b="1">
                <a:solidFill>
                  <a:srgbClr val="EF7055"/>
                </a:solidFill>
                <a:latin typeface="Arial"/>
                <a:ea typeface="Arial"/>
                <a:cs typeface="Arial"/>
              </a:defRPr>
            </a:lvl6pPr>
            <a:lvl7pPr>
              <a:defRPr sz="1350" b="1">
                <a:solidFill>
                  <a:srgbClr val="EF7055"/>
                </a:solidFill>
                <a:latin typeface="Arial"/>
                <a:ea typeface="Arial"/>
                <a:cs typeface="Arial"/>
              </a:defRPr>
            </a:lvl7pPr>
            <a:lvl8pPr>
              <a:defRPr sz="1350" b="1">
                <a:solidFill>
                  <a:srgbClr val="EF7055"/>
                </a:solidFill>
                <a:latin typeface="Arial"/>
                <a:ea typeface="Arial"/>
                <a:cs typeface="Arial"/>
              </a:defRPr>
            </a:lvl8pPr>
            <a:lvl9pPr>
              <a:defRPr sz="1350" b="1">
                <a:solidFill>
                  <a:srgbClr val="EF7055"/>
                </a:solidFill>
                <a:latin typeface="Arial"/>
                <a:ea typeface="Arial"/>
                <a:cs typeface="Arial"/>
              </a:defRPr>
            </a:lvl9pPr>
          </a:lstStyle>
          <a:p>
            <a:pPr>
              <a:defRPr sz="1350" b="1">
                <a:solidFill>
                  <a:srgbClr val="EF7055"/>
                </a:solidFill>
                <a:latin typeface="Arial"/>
                <a:ea typeface="Arial"/>
                <a:cs typeface="Arial"/>
              </a:defRPr>
            </a:pPr>
            <a:r>
              <a:rPr sz="1350" b="1">
                <a:solidFill>
                  <a:srgbClr val="EF7055"/>
                </a:solidFill>
                <a:latin typeface="Arial"/>
                <a:ea typeface="Arial"/>
                <a:cs typeface="Arial"/>
              </a:rPr>
              <a:t>03</a:t>
            </a:r>
          </a:p>
        </p:txBody>
      </p:sp>
      <p:sp>
        <p:nvSpPr>
          <p:cNvPr id="15" name="Rectangle 14">
            <a:extLst>
              <a:ext uri="{FF2B5EF4-FFF2-40B4-BE49-F238E27FC236}">
                <a16:creationId xmlns:a16="http://schemas.microsoft.com/office/drawing/2014/main" id="{74776013-B43A-495A-AF21-9356279B436E}"/>
              </a:ext>
            </a:extLst>
          </p:cNvPr>
          <p:cNvSpPr>
            <a:spLocks noGrp="1"/>
          </p:cNvSpPr>
          <p:nvPr/>
        </p:nvSpPr>
        <p:spPr>
          <a:xfrm>
            <a:off x="8305800" y="2914650"/>
            <a:ext cx="2800350" cy="438150"/>
          </a:xfrm>
          <a:prstGeom prst="rect">
            <a:avLst/>
          </a:prstGeom>
          <a:noFill/>
          <a:ln w="0">
            <a:noFill/>
            <a:prstDash val="solid"/>
          </a:ln>
        </p:spPr>
        <p:txBody>
          <a:bodyPr lIns="0" tIns="0" rIns="0" bIns="0"/>
          <a:lstStyle>
            <a:defPPr>
              <a:defRPr sz="1875" b="1">
                <a:solidFill>
                  <a:srgbClr val="182637"/>
                </a:solidFill>
                <a:latin typeface="Arial"/>
                <a:ea typeface="Arial"/>
                <a:cs typeface="Arial"/>
              </a:defRPr>
            </a:defPPr>
            <a:lvl1pPr>
              <a:defRPr sz="1875" b="1">
                <a:solidFill>
                  <a:srgbClr val="182637"/>
                </a:solidFill>
                <a:latin typeface="Arial"/>
                <a:ea typeface="Arial"/>
                <a:cs typeface="Arial"/>
              </a:defRPr>
            </a:lvl1pPr>
            <a:lvl2pPr>
              <a:defRPr sz="1875" b="1">
                <a:solidFill>
                  <a:srgbClr val="182637"/>
                </a:solidFill>
                <a:latin typeface="Arial"/>
                <a:ea typeface="Arial"/>
                <a:cs typeface="Arial"/>
              </a:defRPr>
            </a:lvl2pPr>
            <a:lvl3pPr>
              <a:defRPr sz="1875" b="1">
                <a:solidFill>
                  <a:srgbClr val="182637"/>
                </a:solidFill>
                <a:latin typeface="Arial"/>
                <a:ea typeface="Arial"/>
                <a:cs typeface="Arial"/>
              </a:defRPr>
            </a:lvl3pPr>
            <a:lvl4pPr>
              <a:defRPr sz="1875" b="1">
                <a:solidFill>
                  <a:srgbClr val="182637"/>
                </a:solidFill>
                <a:latin typeface="Arial"/>
                <a:ea typeface="Arial"/>
                <a:cs typeface="Arial"/>
              </a:defRPr>
            </a:lvl4pPr>
            <a:lvl5pPr>
              <a:defRPr sz="1875" b="1">
                <a:solidFill>
                  <a:srgbClr val="182637"/>
                </a:solidFill>
                <a:latin typeface="Arial"/>
                <a:ea typeface="Arial"/>
                <a:cs typeface="Arial"/>
              </a:defRPr>
            </a:lvl5pPr>
            <a:lvl6pPr>
              <a:defRPr sz="1875" b="1">
                <a:solidFill>
                  <a:srgbClr val="182637"/>
                </a:solidFill>
                <a:latin typeface="Arial"/>
                <a:ea typeface="Arial"/>
                <a:cs typeface="Arial"/>
              </a:defRPr>
            </a:lvl6pPr>
            <a:lvl7pPr>
              <a:defRPr sz="1875" b="1">
                <a:solidFill>
                  <a:srgbClr val="182637"/>
                </a:solidFill>
                <a:latin typeface="Arial"/>
                <a:ea typeface="Arial"/>
                <a:cs typeface="Arial"/>
              </a:defRPr>
            </a:lvl7pPr>
            <a:lvl8pPr>
              <a:defRPr sz="1875" b="1">
                <a:solidFill>
                  <a:srgbClr val="182637"/>
                </a:solidFill>
                <a:latin typeface="Arial"/>
                <a:ea typeface="Arial"/>
                <a:cs typeface="Arial"/>
              </a:defRPr>
            </a:lvl8pPr>
            <a:lvl9pPr>
              <a:defRPr sz="1875" b="1">
                <a:solidFill>
                  <a:srgbClr val="182637"/>
                </a:solidFill>
                <a:latin typeface="Arial"/>
                <a:ea typeface="Arial"/>
                <a:cs typeface="Arial"/>
              </a:defRPr>
            </a:lvl9pPr>
          </a:lstStyle>
          <a:p>
            <a:pPr>
              <a:defRPr sz="1875" b="1">
                <a:solidFill>
                  <a:srgbClr val="182637"/>
                </a:solidFill>
                <a:latin typeface="Arial"/>
                <a:ea typeface="Arial"/>
                <a:cs typeface="Arial"/>
              </a:defRPr>
            </a:pPr>
            <a:r>
              <a:rPr sz="1875" b="1">
                <a:solidFill>
                  <a:srgbClr val="182637"/>
                </a:solidFill>
                <a:latin typeface="Arial"/>
                <a:ea typeface="Arial"/>
                <a:cs typeface="Arial"/>
              </a:rPr>
              <a:t>Kiểm tra trước khi ghi</a:t>
            </a:r>
          </a:p>
        </p:txBody>
      </p:sp>
      <p:sp>
        <p:nvSpPr>
          <p:cNvPr id="16" name="Rectangle 15">
            <a:extLst>
              <a:ext uri="{FF2B5EF4-FFF2-40B4-BE49-F238E27FC236}">
                <a16:creationId xmlns:a16="http://schemas.microsoft.com/office/drawing/2014/main" id="{783F6F3E-8A93-4624-BD8D-AA2174B14F75}"/>
              </a:ext>
            </a:extLst>
          </p:cNvPr>
          <p:cNvSpPr>
            <a:spLocks noGrp="1"/>
          </p:cNvSpPr>
          <p:nvPr/>
        </p:nvSpPr>
        <p:spPr>
          <a:xfrm>
            <a:off x="8305800" y="3600450"/>
            <a:ext cx="2724150" cy="10668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Checkout kiểm tra tồn lần nữa, tính giá ở server và tạo đơn chờ xác nhận.</a:t>
            </a:r>
          </a:p>
        </p:txBody>
      </p:sp>
      <p:sp>
        <p:nvSpPr>
          <p:cNvPr id="17" name="Rectangle 16">
            <a:extLst>
              <a:ext uri="{FF2B5EF4-FFF2-40B4-BE49-F238E27FC236}">
                <a16:creationId xmlns:a16="http://schemas.microsoft.com/office/drawing/2014/main" id="{37F662CF-3933-4D1B-ADAD-746A98D381BC}"/>
              </a:ext>
            </a:extLst>
          </p:cNvPr>
          <p:cNvSpPr>
            <a:spLocks noGrp="1"/>
          </p:cNvSpPr>
          <p:nvPr/>
        </p:nvSpPr>
        <p:spPr>
          <a:xfrm>
            <a:off x="1123950" y="5524500"/>
            <a:ext cx="10001250" cy="400050"/>
          </a:xfrm>
          <a:prstGeom prst="rect">
            <a:avLst/>
          </a:prstGeom>
          <a:noFill/>
          <a:ln w="0">
            <a:noFill/>
            <a:prstDash val="solid"/>
          </a:ln>
        </p:spPr>
        <p:txBody>
          <a:bodyPr lIns="0" tIns="0" rIns="0" bIns="0"/>
          <a:lstStyle>
            <a:defPPr>
              <a:defRPr sz="1500" b="1">
                <a:solidFill>
                  <a:srgbClr val="162B42"/>
                </a:solidFill>
                <a:latin typeface="Arial"/>
                <a:ea typeface="Arial"/>
                <a:cs typeface="Arial"/>
              </a:defRPr>
            </a:defPPr>
            <a:lvl1pPr>
              <a:defRPr sz="1500" b="1">
                <a:solidFill>
                  <a:srgbClr val="162B42"/>
                </a:solidFill>
                <a:latin typeface="Arial"/>
                <a:ea typeface="Arial"/>
                <a:cs typeface="Arial"/>
              </a:defRPr>
            </a:lvl1pPr>
            <a:lvl2pPr>
              <a:defRPr sz="1500" b="1">
                <a:solidFill>
                  <a:srgbClr val="162B42"/>
                </a:solidFill>
                <a:latin typeface="Arial"/>
                <a:ea typeface="Arial"/>
                <a:cs typeface="Arial"/>
              </a:defRPr>
            </a:lvl2pPr>
            <a:lvl3pPr>
              <a:defRPr sz="1500" b="1">
                <a:solidFill>
                  <a:srgbClr val="162B42"/>
                </a:solidFill>
                <a:latin typeface="Arial"/>
                <a:ea typeface="Arial"/>
                <a:cs typeface="Arial"/>
              </a:defRPr>
            </a:lvl3pPr>
            <a:lvl4pPr>
              <a:defRPr sz="1500" b="1">
                <a:solidFill>
                  <a:srgbClr val="162B42"/>
                </a:solidFill>
                <a:latin typeface="Arial"/>
                <a:ea typeface="Arial"/>
                <a:cs typeface="Arial"/>
              </a:defRPr>
            </a:lvl4pPr>
            <a:lvl5pPr>
              <a:defRPr sz="1500" b="1">
                <a:solidFill>
                  <a:srgbClr val="162B42"/>
                </a:solidFill>
                <a:latin typeface="Arial"/>
                <a:ea typeface="Arial"/>
                <a:cs typeface="Arial"/>
              </a:defRPr>
            </a:lvl5pPr>
            <a:lvl6pPr>
              <a:defRPr sz="1500" b="1">
                <a:solidFill>
                  <a:srgbClr val="162B42"/>
                </a:solidFill>
                <a:latin typeface="Arial"/>
                <a:ea typeface="Arial"/>
                <a:cs typeface="Arial"/>
              </a:defRPr>
            </a:lvl6pPr>
            <a:lvl7pPr>
              <a:defRPr sz="1500" b="1">
                <a:solidFill>
                  <a:srgbClr val="162B42"/>
                </a:solidFill>
                <a:latin typeface="Arial"/>
                <a:ea typeface="Arial"/>
                <a:cs typeface="Arial"/>
              </a:defRPr>
            </a:lvl7pPr>
            <a:lvl8pPr>
              <a:defRPr sz="1500" b="1">
                <a:solidFill>
                  <a:srgbClr val="162B42"/>
                </a:solidFill>
                <a:latin typeface="Arial"/>
                <a:ea typeface="Arial"/>
                <a:cs typeface="Arial"/>
              </a:defRPr>
            </a:lvl8pPr>
            <a:lvl9pPr>
              <a:defRPr sz="1500" b="1">
                <a:solidFill>
                  <a:srgbClr val="162B42"/>
                </a:solidFill>
                <a:latin typeface="Arial"/>
                <a:ea typeface="Arial"/>
                <a:cs typeface="Arial"/>
              </a:defRPr>
            </a:lvl9pPr>
          </a:lstStyle>
          <a:p>
            <a:pPr>
              <a:defRPr sz="1500" b="1">
                <a:solidFill>
                  <a:srgbClr val="162B42"/>
                </a:solidFill>
                <a:latin typeface="Arial"/>
                <a:ea typeface="Arial"/>
                <a:cs typeface="Arial"/>
              </a:defRPr>
            </a:pPr>
            <a:r>
              <a:rPr sz="1500" b="1">
                <a:solidFill>
                  <a:srgbClr val="162B42"/>
                </a:solidFill>
                <a:latin typeface="Arial"/>
                <a:ea typeface="Arial"/>
                <a:cs typeface="Arial"/>
              </a:rPr>
              <a:t>Câu lệnh lạ hay JSON lỗi cũng không bỏ qua được bước kiểm tra.</a:t>
            </a:r>
          </a:p>
        </p:txBody>
      </p:sp>
    </p:spTree>
    <p:extLst>
      <p:ext uri="{BB962C8B-B14F-4D97-AF65-F5344CB8AC3E}">
        <p14:creationId xmlns:p14="http://schemas.microsoft.com/office/powerpoint/2010/main" val="1524649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8C74298-44C5-43A2-8D22-D9368E3FEB42}"/>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CẤU HÌNH LLM</a:t>
            </a:r>
          </a:p>
        </p:txBody>
      </p:sp>
      <p:sp>
        <p:nvSpPr>
          <p:cNvPr id="2" name="Rectangle 1">
            <a:extLst>
              <a:ext uri="{FF2B5EF4-FFF2-40B4-BE49-F238E27FC236}">
                <a16:creationId xmlns:a16="http://schemas.microsoft.com/office/drawing/2014/main" id="{B661538B-C180-4FD6-BBA4-BD7247CF1A7E}"/>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a:solidFill>
                  <a:srgbClr val="182637"/>
                </a:solidFill>
                <a:latin typeface="Arial"/>
                <a:ea typeface="Arial"/>
                <a:cs typeface="Arial"/>
              </a:rPr>
              <a:t>Đổi model, không đổi quy tắc nghiệp vụ</a:t>
            </a:r>
          </a:p>
        </p:txBody>
      </p:sp>
      <p:sp>
        <p:nvSpPr>
          <p:cNvPr id="3" name="Rectangle 2">
            <a:extLst>
              <a:ext uri="{FF2B5EF4-FFF2-40B4-BE49-F238E27FC236}">
                <a16:creationId xmlns:a16="http://schemas.microsoft.com/office/drawing/2014/main" id="{E3CCD902-1C2B-42A2-9B3D-2F510025214B}"/>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750CD4B1-D8F0-4549-B13A-0B54514254C2}"/>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07</a:t>
            </a:r>
          </a:p>
        </p:txBody>
      </p:sp>
      <p:sp>
        <p:nvSpPr>
          <p:cNvPr id="5" name="Rectangle 4">
            <a:extLst>
              <a:ext uri="{FF2B5EF4-FFF2-40B4-BE49-F238E27FC236}">
                <a16:creationId xmlns:a16="http://schemas.microsoft.com/office/drawing/2014/main" id="{A45F5C0B-6D82-4616-8243-689EC801FDF4}"/>
              </a:ext>
            </a:extLst>
          </p:cNvPr>
          <p:cNvSpPr>
            <a:spLocks noGrp="1"/>
          </p:cNvSpPr>
          <p:nvPr/>
        </p:nvSpPr>
        <p:spPr>
          <a:xfrm>
            <a:off x="685800" y="1924050"/>
            <a:ext cx="2286000" cy="190500"/>
          </a:xfrm>
          <a:prstGeom prst="rect">
            <a:avLst/>
          </a:prstGeom>
          <a:noFill/>
          <a:ln w="0">
            <a:noFill/>
            <a:prstDash val="solid"/>
          </a:ln>
        </p:spPr>
        <p:txBody>
          <a:bodyPr lIns="0" tIns="0" rIns="0" bIns="0"/>
          <a:lstStyle>
            <a:defPPr>
              <a:defRPr sz="975" b="1">
                <a:solidFill>
                  <a:srgbClr val="2A7B78"/>
                </a:solidFill>
                <a:latin typeface="Arial"/>
                <a:ea typeface="Arial"/>
                <a:cs typeface="Arial"/>
              </a:defRPr>
            </a:defPPr>
            <a:lvl1pPr>
              <a:defRPr sz="975" b="1">
                <a:solidFill>
                  <a:srgbClr val="2A7B78"/>
                </a:solidFill>
                <a:latin typeface="Arial"/>
                <a:ea typeface="Arial"/>
                <a:cs typeface="Arial"/>
              </a:defRPr>
            </a:lvl1pPr>
            <a:lvl2pPr>
              <a:defRPr sz="975" b="1">
                <a:solidFill>
                  <a:srgbClr val="2A7B78"/>
                </a:solidFill>
                <a:latin typeface="Arial"/>
                <a:ea typeface="Arial"/>
                <a:cs typeface="Arial"/>
              </a:defRPr>
            </a:lvl2pPr>
            <a:lvl3pPr>
              <a:defRPr sz="975" b="1">
                <a:solidFill>
                  <a:srgbClr val="2A7B78"/>
                </a:solidFill>
                <a:latin typeface="Arial"/>
                <a:ea typeface="Arial"/>
                <a:cs typeface="Arial"/>
              </a:defRPr>
            </a:lvl3pPr>
            <a:lvl4pPr>
              <a:defRPr sz="975" b="1">
                <a:solidFill>
                  <a:srgbClr val="2A7B78"/>
                </a:solidFill>
                <a:latin typeface="Arial"/>
                <a:ea typeface="Arial"/>
                <a:cs typeface="Arial"/>
              </a:defRPr>
            </a:lvl4pPr>
            <a:lvl5pPr>
              <a:defRPr sz="975" b="1">
                <a:solidFill>
                  <a:srgbClr val="2A7B78"/>
                </a:solidFill>
                <a:latin typeface="Arial"/>
                <a:ea typeface="Arial"/>
                <a:cs typeface="Arial"/>
              </a:defRPr>
            </a:lvl5pPr>
            <a:lvl6pPr>
              <a:defRPr sz="975" b="1">
                <a:solidFill>
                  <a:srgbClr val="2A7B78"/>
                </a:solidFill>
                <a:latin typeface="Arial"/>
                <a:ea typeface="Arial"/>
                <a:cs typeface="Arial"/>
              </a:defRPr>
            </a:lvl6pPr>
            <a:lvl7pPr>
              <a:defRPr sz="975" b="1">
                <a:solidFill>
                  <a:srgbClr val="2A7B78"/>
                </a:solidFill>
                <a:latin typeface="Arial"/>
                <a:ea typeface="Arial"/>
                <a:cs typeface="Arial"/>
              </a:defRPr>
            </a:lvl7pPr>
            <a:lvl8pPr>
              <a:defRPr sz="975" b="1">
                <a:solidFill>
                  <a:srgbClr val="2A7B78"/>
                </a:solidFill>
                <a:latin typeface="Arial"/>
                <a:ea typeface="Arial"/>
                <a:cs typeface="Arial"/>
              </a:defRPr>
            </a:lvl8pPr>
            <a:lvl9pPr>
              <a:defRPr sz="975" b="1">
                <a:solidFill>
                  <a:srgbClr val="2A7B78"/>
                </a:solidFill>
                <a:latin typeface="Arial"/>
                <a:ea typeface="Arial"/>
                <a:cs typeface="Arial"/>
              </a:defRPr>
            </a:lvl9pPr>
          </a:lstStyle>
          <a:p>
            <a:pPr>
              <a:defRPr sz="975" b="1">
                <a:solidFill>
                  <a:srgbClr val="2A7B78"/>
                </a:solidFill>
                <a:latin typeface="Arial"/>
                <a:ea typeface="Arial"/>
                <a:cs typeface="Arial"/>
              </a:defRPr>
            </a:pPr>
            <a:r>
              <a:rPr sz="975" b="1">
                <a:solidFill>
                  <a:srgbClr val="2A7B78"/>
                </a:solidFill>
                <a:latin typeface="Arial"/>
                <a:ea typeface="Arial"/>
                <a:cs typeface="Arial"/>
              </a:rPr>
              <a:t>SO SÁNH</a:t>
            </a:r>
          </a:p>
        </p:txBody>
      </p:sp>
      <p:sp>
        <p:nvSpPr>
          <p:cNvPr id="6" name="Rectangle 5">
            <a:extLst>
              <a:ext uri="{FF2B5EF4-FFF2-40B4-BE49-F238E27FC236}">
                <a16:creationId xmlns:a16="http://schemas.microsoft.com/office/drawing/2014/main" id="{5C6262BE-4846-4080-B487-81E3699E244D}"/>
              </a:ext>
            </a:extLst>
          </p:cNvPr>
          <p:cNvSpPr>
            <a:spLocks noGrp="1"/>
          </p:cNvSpPr>
          <p:nvPr/>
        </p:nvSpPr>
        <p:spPr>
          <a:xfrm>
            <a:off x="1066800" y="2457450"/>
            <a:ext cx="4000500" cy="495300"/>
          </a:xfrm>
          <a:prstGeom prst="rect">
            <a:avLst/>
          </a:prstGeom>
          <a:noFill/>
          <a:ln w="0">
            <a:noFill/>
            <a:prstDash val="solid"/>
          </a:ln>
        </p:spPr>
        <p:txBody>
          <a:bodyPr lIns="0" tIns="0" rIns="0" bIns="0"/>
          <a:lstStyle>
            <a:defPPr>
              <a:defRPr sz="2400" b="1">
                <a:solidFill>
                  <a:srgbClr val="182637"/>
                </a:solidFill>
                <a:latin typeface="Arial"/>
                <a:ea typeface="Arial"/>
                <a:cs typeface="Arial"/>
              </a:defRPr>
            </a:defPPr>
            <a:lvl1pPr>
              <a:defRPr sz="2400" b="1">
                <a:solidFill>
                  <a:srgbClr val="182637"/>
                </a:solidFill>
                <a:latin typeface="Arial"/>
                <a:ea typeface="Arial"/>
                <a:cs typeface="Arial"/>
              </a:defRPr>
            </a:lvl1pPr>
            <a:lvl2pPr>
              <a:defRPr sz="2400" b="1">
                <a:solidFill>
                  <a:srgbClr val="182637"/>
                </a:solidFill>
                <a:latin typeface="Arial"/>
                <a:ea typeface="Arial"/>
                <a:cs typeface="Arial"/>
              </a:defRPr>
            </a:lvl2pPr>
            <a:lvl3pPr>
              <a:defRPr sz="2400" b="1">
                <a:solidFill>
                  <a:srgbClr val="182637"/>
                </a:solidFill>
                <a:latin typeface="Arial"/>
                <a:ea typeface="Arial"/>
                <a:cs typeface="Arial"/>
              </a:defRPr>
            </a:lvl3pPr>
            <a:lvl4pPr>
              <a:defRPr sz="2400" b="1">
                <a:solidFill>
                  <a:srgbClr val="182637"/>
                </a:solidFill>
                <a:latin typeface="Arial"/>
                <a:ea typeface="Arial"/>
                <a:cs typeface="Arial"/>
              </a:defRPr>
            </a:lvl4pPr>
            <a:lvl5pPr>
              <a:defRPr sz="2400" b="1">
                <a:solidFill>
                  <a:srgbClr val="182637"/>
                </a:solidFill>
                <a:latin typeface="Arial"/>
                <a:ea typeface="Arial"/>
                <a:cs typeface="Arial"/>
              </a:defRPr>
            </a:lvl5pPr>
            <a:lvl6pPr>
              <a:defRPr sz="2400" b="1">
                <a:solidFill>
                  <a:srgbClr val="182637"/>
                </a:solidFill>
                <a:latin typeface="Arial"/>
                <a:ea typeface="Arial"/>
                <a:cs typeface="Arial"/>
              </a:defRPr>
            </a:lvl6pPr>
            <a:lvl7pPr>
              <a:defRPr sz="2400" b="1">
                <a:solidFill>
                  <a:srgbClr val="182637"/>
                </a:solidFill>
                <a:latin typeface="Arial"/>
                <a:ea typeface="Arial"/>
                <a:cs typeface="Arial"/>
              </a:defRPr>
            </a:lvl7pPr>
            <a:lvl8pPr>
              <a:defRPr sz="2400" b="1">
                <a:solidFill>
                  <a:srgbClr val="182637"/>
                </a:solidFill>
                <a:latin typeface="Arial"/>
                <a:ea typeface="Arial"/>
                <a:cs typeface="Arial"/>
              </a:defRPr>
            </a:lvl8pPr>
            <a:lvl9pPr>
              <a:defRPr sz="2400" b="1">
                <a:solidFill>
                  <a:srgbClr val="182637"/>
                </a:solidFill>
                <a:latin typeface="Arial"/>
                <a:ea typeface="Arial"/>
                <a:cs typeface="Arial"/>
              </a:defRPr>
            </a:lvl9pPr>
          </a:lstStyle>
          <a:p>
            <a:pPr>
              <a:defRPr sz="2400" b="1">
                <a:solidFill>
                  <a:srgbClr val="182637"/>
                </a:solidFill>
                <a:latin typeface="Arial"/>
                <a:ea typeface="Arial"/>
                <a:cs typeface="Arial"/>
              </a:defRPr>
            </a:pPr>
            <a:r>
              <a:rPr sz="2400" b="1">
                <a:solidFill>
                  <a:srgbClr val="182637"/>
                </a:solidFill>
                <a:latin typeface="Arial"/>
                <a:ea typeface="Arial"/>
                <a:cs typeface="Arial"/>
              </a:rPr>
              <a:t>FakeLLM</a:t>
            </a:r>
          </a:p>
        </p:txBody>
      </p:sp>
      <p:sp>
        <p:nvSpPr>
          <p:cNvPr id="7" name="Rectangle 6">
            <a:extLst>
              <a:ext uri="{FF2B5EF4-FFF2-40B4-BE49-F238E27FC236}">
                <a16:creationId xmlns:a16="http://schemas.microsoft.com/office/drawing/2014/main" id="{D0AFB9E2-310C-4F07-983E-40627828E806}"/>
              </a:ext>
            </a:extLst>
          </p:cNvPr>
          <p:cNvSpPr>
            <a:spLocks noGrp="1"/>
          </p:cNvSpPr>
          <p:nvPr/>
        </p:nvSpPr>
        <p:spPr>
          <a:xfrm>
            <a:off x="6572250" y="2457450"/>
            <a:ext cx="4762500" cy="495300"/>
          </a:xfrm>
          <a:prstGeom prst="rect">
            <a:avLst/>
          </a:prstGeom>
          <a:noFill/>
          <a:ln w="0">
            <a:noFill/>
            <a:prstDash val="solid"/>
          </a:ln>
        </p:spPr>
        <p:txBody>
          <a:bodyPr lIns="0" tIns="0" rIns="0" bIns="0"/>
          <a:lstStyle>
            <a:defPPr>
              <a:defRPr sz="2100" b="1">
                <a:solidFill>
                  <a:srgbClr val="182637"/>
                </a:solidFill>
                <a:latin typeface="Arial"/>
                <a:ea typeface="Arial"/>
                <a:cs typeface="Arial"/>
              </a:defRPr>
            </a:defPPr>
            <a:lvl1pPr>
              <a:defRPr sz="2100" b="1">
                <a:solidFill>
                  <a:srgbClr val="182637"/>
                </a:solidFill>
                <a:latin typeface="Arial"/>
                <a:ea typeface="Arial"/>
                <a:cs typeface="Arial"/>
              </a:defRPr>
            </a:lvl1pPr>
            <a:lvl2pPr>
              <a:defRPr sz="2100" b="1">
                <a:solidFill>
                  <a:srgbClr val="182637"/>
                </a:solidFill>
                <a:latin typeface="Arial"/>
                <a:ea typeface="Arial"/>
                <a:cs typeface="Arial"/>
              </a:defRPr>
            </a:lvl2pPr>
            <a:lvl3pPr>
              <a:defRPr sz="2100" b="1">
                <a:solidFill>
                  <a:srgbClr val="182637"/>
                </a:solidFill>
                <a:latin typeface="Arial"/>
                <a:ea typeface="Arial"/>
                <a:cs typeface="Arial"/>
              </a:defRPr>
            </a:lvl3pPr>
            <a:lvl4pPr>
              <a:defRPr sz="2100" b="1">
                <a:solidFill>
                  <a:srgbClr val="182637"/>
                </a:solidFill>
                <a:latin typeface="Arial"/>
                <a:ea typeface="Arial"/>
                <a:cs typeface="Arial"/>
              </a:defRPr>
            </a:lvl4pPr>
            <a:lvl5pPr>
              <a:defRPr sz="2100" b="1">
                <a:solidFill>
                  <a:srgbClr val="182637"/>
                </a:solidFill>
                <a:latin typeface="Arial"/>
                <a:ea typeface="Arial"/>
                <a:cs typeface="Arial"/>
              </a:defRPr>
            </a:lvl5pPr>
            <a:lvl6pPr>
              <a:defRPr sz="2100" b="1">
                <a:solidFill>
                  <a:srgbClr val="182637"/>
                </a:solidFill>
                <a:latin typeface="Arial"/>
                <a:ea typeface="Arial"/>
                <a:cs typeface="Arial"/>
              </a:defRPr>
            </a:lvl6pPr>
            <a:lvl7pPr>
              <a:defRPr sz="2100" b="1">
                <a:solidFill>
                  <a:srgbClr val="182637"/>
                </a:solidFill>
                <a:latin typeface="Arial"/>
                <a:ea typeface="Arial"/>
                <a:cs typeface="Arial"/>
              </a:defRPr>
            </a:lvl7pPr>
            <a:lvl8pPr>
              <a:defRPr sz="2100" b="1">
                <a:solidFill>
                  <a:srgbClr val="182637"/>
                </a:solidFill>
                <a:latin typeface="Arial"/>
                <a:ea typeface="Arial"/>
                <a:cs typeface="Arial"/>
              </a:defRPr>
            </a:lvl8pPr>
            <a:lvl9pPr>
              <a:defRPr sz="2100" b="1">
                <a:solidFill>
                  <a:srgbClr val="182637"/>
                </a:solidFill>
                <a:latin typeface="Arial"/>
                <a:ea typeface="Arial"/>
                <a:cs typeface="Arial"/>
              </a:defRPr>
            </a:lvl9pPr>
          </a:lstStyle>
          <a:p>
            <a:pPr>
              <a:defRPr sz="2100" b="1">
                <a:solidFill>
                  <a:srgbClr val="182637"/>
                </a:solidFill>
                <a:latin typeface="Arial"/>
                <a:ea typeface="Arial"/>
                <a:cs typeface="Arial"/>
              </a:defRPr>
            </a:pPr>
            <a:r>
              <a:rPr sz="2100" b="1">
                <a:solidFill>
                  <a:srgbClr val="182637"/>
                </a:solidFill>
                <a:latin typeface="Arial"/>
                <a:ea typeface="Arial"/>
                <a:cs typeface="Arial"/>
              </a:rPr>
              <a:t>Ollama · qwen3.5:2b-q4_K_M</a:t>
            </a:r>
          </a:p>
        </p:txBody>
      </p:sp>
      <p:sp>
        <p:nvSpPr>
          <p:cNvPr id="8" name="Rectangle 7">
            <a:extLst>
              <a:ext uri="{FF2B5EF4-FFF2-40B4-BE49-F238E27FC236}">
                <a16:creationId xmlns:a16="http://schemas.microsoft.com/office/drawing/2014/main" id="{B3A37381-C12A-4299-BA70-B59D60634F80}"/>
              </a:ext>
            </a:extLst>
          </p:cNvPr>
          <p:cNvSpPr>
            <a:spLocks noGrp="1"/>
          </p:cNvSpPr>
          <p:nvPr/>
        </p:nvSpPr>
        <p:spPr>
          <a:xfrm>
            <a:off x="685800" y="3067050"/>
            <a:ext cx="4933950" cy="28575"/>
          </a:xfrm>
          <a:prstGeom prst="rect">
            <a:avLst/>
          </a:prstGeom>
          <a:solidFill>
            <a:srgbClr val="315B79"/>
          </a:solidFill>
          <a:ln w="0">
            <a:noFill/>
            <a:prstDash val="solid"/>
          </a:ln>
        </p:spPr>
        <p:txBody>
          <a:bodyPr/>
          <a:lstStyle/>
          <a:p>
            <a:endParaRPr lang="en-US"/>
          </a:p>
        </p:txBody>
      </p:sp>
      <p:sp>
        <p:nvSpPr>
          <p:cNvPr id="9" name="Rectangle 8">
            <a:extLst>
              <a:ext uri="{FF2B5EF4-FFF2-40B4-BE49-F238E27FC236}">
                <a16:creationId xmlns:a16="http://schemas.microsoft.com/office/drawing/2014/main" id="{1D85D363-5FF2-49C7-B93F-A5817C31495C}"/>
              </a:ext>
            </a:extLst>
          </p:cNvPr>
          <p:cNvSpPr>
            <a:spLocks noGrp="1"/>
          </p:cNvSpPr>
          <p:nvPr/>
        </p:nvSpPr>
        <p:spPr>
          <a:xfrm>
            <a:off x="6572250" y="3067050"/>
            <a:ext cx="4933950" cy="28575"/>
          </a:xfrm>
          <a:prstGeom prst="rect">
            <a:avLst/>
          </a:prstGeom>
          <a:solidFill>
            <a:srgbClr val="EF705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031DF13-412C-46EC-A15D-7B0C359D04E9}"/>
              </a:ext>
            </a:extLst>
          </p:cNvPr>
          <p:cNvSpPr>
            <a:spLocks noGrp="1"/>
          </p:cNvSpPr>
          <p:nvPr/>
        </p:nvSpPr>
        <p:spPr>
          <a:xfrm>
            <a:off x="876300" y="3448050"/>
            <a:ext cx="461010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Chạy offline bằng rule/heuristic</a:t>
            </a:r>
          </a:p>
        </p:txBody>
      </p:sp>
      <p:sp>
        <p:nvSpPr>
          <p:cNvPr id="11" name="Rectangle 10">
            <a:extLst>
              <a:ext uri="{FF2B5EF4-FFF2-40B4-BE49-F238E27FC236}">
                <a16:creationId xmlns:a16="http://schemas.microsoft.com/office/drawing/2014/main" id="{600CE709-B189-412B-9EAF-533A6EEE72DE}"/>
              </a:ext>
            </a:extLst>
          </p:cNvPr>
          <p:cNvSpPr>
            <a:spLocks noGrp="1"/>
          </p:cNvSpPr>
          <p:nvPr/>
        </p:nvSpPr>
        <p:spPr>
          <a:xfrm>
            <a:off x="876300" y="4038600"/>
            <a:ext cx="461010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Dễ demo lại với kết quả ổn định</a:t>
            </a:r>
          </a:p>
        </p:txBody>
      </p:sp>
      <p:sp>
        <p:nvSpPr>
          <p:cNvPr id="12" name="Rectangle 11">
            <a:extLst>
              <a:ext uri="{FF2B5EF4-FFF2-40B4-BE49-F238E27FC236}">
                <a16:creationId xmlns:a16="http://schemas.microsoft.com/office/drawing/2014/main" id="{0BB7D415-8DCB-4F77-B566-459C203C7D19}"/>
              </a:ext>
            </a:extLst>
          </p:cNvPr>
          <p:cNvSpPr>
            <a:spLocks noGrp="1"/>
          </p:cNvSpPr>
          <p:nvPr/>
        </p:nvSpPr>
        <p:spPr>
          <a:xfrm>
            <a:off x="876300" y="4629150"/>
            <a:ext cx="461010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Không cần cài model</a:t>
            </a:r>
          </a:p>
        </p:txBody>
      </p:sp>
      <p:sp>
        <p:nvSpPr>
          <p:cNvPr id="13" name="Rectangle 12">
            <a:extLst>
              <a:ext uri="{FF2B5EF4-FFF2-40B4-BE49-F238E27FC236}">
                <a16:creationId xmlns:a16="http://schemas.microsoft.com/office/drawing/2014/main" id="{6BB1BE01-B294-4AC8-8410-2661C18C8E46}"/>
              </a:ext>
            </a:extLst>
          </p:cNvPr>
          <p:cNvSpPr>
            <a:spLocks noGrp="1"/>
          </p:cNvSpPr>
          <p:nvPr/>
        </p:nvSpPr>
        <p:spPr>
          <a:xfrm>
            <a:off x="6762750" y="3448050"/>
            <a:ext cx="447675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Chạy model cục bộ qua Ollama</a:t>
            </a:r>
          </a:p>
        </p:txBody>
      </p:sp>
      <p:sp>
        <p:nvSpPr>
          <p:cNvPr id="14" name="Rectangle 13">
            <a:extLst>
              <a:ext uri="{FF2B5EF4-FFF2-40B4-BE49-F238E27FC236}">
                <a16:creationId xmlns:a16="http://schemas.microsoft.com/office/drawing/2014/main" id="{BB9AD3DF-E62D-4366-AFB1-16198E40B3CA}"/>
              </a:ext>
            </a:extLst>
          </p:cNvPr>
          <p:cNvSpPr>
            <a:spLocks noGrp="1"/>
          </p:cNvSpPr>
          <p:nvPr/>
        </p:nvSpPr>
        <p:spPr>
          <a:xfrm>
            <a:off x="6762750" y="4038600"/>
            <a:ext cx="447675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Dùng JSON mode, temperature 0, context 4096</a:t>
            </a:r>
          </a:p>
        </p:txBody>
      </p:sp>
      <p:sp>
        <p:nvSpPr>
          <p:cNvPr id="15" name="Rectangle 14">
            <a:extLst>
              <a:ext uri="{FF2B5EF4-FFF2-40B4-BE49-F238E27FC236}">
                <a16:creationId xmlns:a16="http://schemas.microsoft.com/office/drawing/2014/main" id="{CCBB7454-6F74-49B9-81F1-36139C9DAFB1}"/>
              </a:ext>
            </a:extLst>
          </p:cNvPr>
          <p:cNvSpPr>
            <a:spLocks noGrp="1"/>
          </p:cNvSpPr>
          <p:nvPr/>
        </p:nvSpPr>
        <p:spPr>
          <a:xfrm>
            <a:off x="6762750" y="4629150"/>
            <a:ext cx="4476750" cy="457200"/>
          </a:xfrm>
          <a:prstGeom prst="rect">
            <a:avLst/>
          </a:prstGeom>
          <a:noFill/>
          <a:ln w="0">
            <a:noFill/>
            <a:prstDash val="solid"/>
          </a:ln>
        </p:spPr>
        <p:txBody>
          <a:bodyPr lIns="0" tIns="0" rIns="0" bIns="0"/>
          <a:lstStyle>
            <a:defPPr>
              <a:defRPr sz="1425" b="0">
                <a:solidFill>
                  <a:srgbClr val="65717D"/>
                </a:solidFill>
                <a:latin typeface="Arial"/>
                <a:ea typeface="Arial"/>
                <a:cs typeface="Arial"/>
              </a:defRPr>
            </a:defPPr>
            <a:lvl1pPr>
              <a:defRPr sz="1425" b="0">
                <a:solidFill>
                  <a:srgbClr val="65717D"/>
                </a:solidFill>
                <a:latin typeface="Arial"/>
                <a:ea typeface="Arial"/>
                <a:cs typeface="Arial"/>
              </a:defRPr>
            </a:lvl1pPr>
            <a:lvl2pPr>
              <a:defRPr sz="1425" b="0">
                <a:solidFill>
                  <a:srgbClr val="65717D"/>
                </a:solidFill>
                <a:latin typeface="Arial"/>
                <a:ea typeface="Arial"/>
                <a:cs typeface="Arial"/>
              </a:defRPr>
            </a:lvl2pPr>
            <a:lvl3pPr>
              <a:defRPr sz="1425" b="0">
                <a:solidFill>
                  <a:srgbClr val="65717D"/>
                </a:solidFill>
                <a:latin typeface="Arial"/>
                <a:ea typeface="Arial"/>
                <a:cs typeface="Arial"/>
              </a:defRPr>
            </a:lvl3pPr>
            <a:lvl4pPr>
              <a:defRPr sz="1425" b="0">
                <a:solidFill>
                  <a:srgbClr val="65717D"/>
                </a:solidFill>
                <a:latin typeface="Arial"/>
                <a:ea typeface="Arial"/>
                <a:cs typeface="Arial"/>
              </a:defRPr>
            </a:lvl4pPr>
            <a:lvl5pPr>
              <a:defRPr sz="1425" b="0">
                <a:solidFill>
                  <a:srgbClr val="65717D"/>
                </a:solidFill>
                <a:latin typeface="Arial"/>
                <a:ea typeface="Arial"/>
                <a:cs typeface="Arial"/>
              </a:defRPr>
            </a:lvl5pPr>
            <a:lvl6pPr>
              <a:defRPr sz="1425" b="0">
                <a:solidFill>
                  <a:srgbClr val="65717D"/>
                </a:solidFill>
                <a:latin typeface="Arial"/>
                <a:ea typeface="Arial"/>
                <a:cs typeface="Arial"/>
              </a:defRPr>
            </a:lvl6pPr>
            <a:lvl7pPr>
              <a:defRPr sz="1425" b="0">
                <a:solidFill>
                  <a:srgbClr val="65717D"/>
                </a:solidFill>
                <a:latin typeface="Arial"/>
                <a:ea typeface="Arial"/>
                <a:cs typeface="Arial"/>
              </a:defRPr>
            </a:lvl7pPr>
            <a:lvl8pPr>
              <a:defRPr sz="1425" b="0">
                <a:solidFill>
                  <a:srgbClr val="65717D"/>
                </a:solidFill>
                <a:latin typeface="Arial"/>
                <a:ea typeface="Arial"/>
                <a:cs typeface="Arial"/>
              </a:defRPr>
            </a:lvl8pPr>
            <a:lvl9pPr>
              <a:defRPr sz="1425" b="0">
                <a:solidFill>
                  <a:srgbClr val="65717D"/>
                </a:solidFill>
                <a:latin typeface="Arial"/>
                <a:ea typeface="Arial"/>
                <a:cs typeface="Arial"/>
              </a:defRPr>
            </a:lvl9pPr>
          </a:lstStyle>
          <a:p>
            <a:pPr>
              <a:defRPr sz="1425" b="0">
                <a:solidFill>
                  <a:srgbClr val="65717D"/>
                </a:solidFill>
                <a:latin typeface="Arial"/>
                <a:ea typeface="Arial"/>
                <a:cs typeface="Arial"/>
              </a:defRPr>
            </a:pPr>
            <a:r>
              <a:rPr sz="1425" b="0">
                <a:solidFill>
                  <a:srgbClr val="65717D"/>
                </a:solidFill>
                <a:latin typeface="Arial"/>
                <a:ea typeface="Arial"/>
                <a:cs typeface="Arial"/>
              </a:rPr>
              <a:t>Cần Ollama và model đã pull</a:t>
            </a:r>
          </a:p>
        </p:txBody>
      </p:sp>
      <p:sp>
        <p:nvSpPr>
          <p:cNvPr id="16" name="Rectangle: Rounded Corners 15">
            <a:extLst>
              <a:ext uri="{FF2B5EF4-FFF2-40B4-BE49-F238E27FC236}">
                <a16:creationId xmlns:a16="http://schemas.microsoft.com/office/drawing/2014/main" id="{9090FB38-C810-4232-857F-1453169257A1}"/>
              </a:ext>
            </a:extLst>
          </p:cNvPr>
          <p:cNvSpPr>
            <a:spLocks noGrp="1"/>
          </p:cNvSpPr>
          <p:nvPr/>
        </p:nvSpPr>
        <p:spPr>
          <a:xfrm>
            <a:off x="685800" y="5486400"/>
            <a:ext cx="10820400" cy="552450"/>
          </a:xfrm>
          <a:prstGeom prst="roundRect">
            <a:avLst>
              <a:gd name="adj" fmla="val 20690"/>
            </a:avLst>
          </a:prstGeom>
          <a:solidFill>
            <a:srgbClr val="162B42"/>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22539459-B513-400F-98FD-B78C6C354159}"/>
              </a:ext>
            </a:extLst>
          </p:cNvPr>
          <p:cNvSpPr>
            <a:spLocks noGrp="1"/>
          </p:cNvSpPr>
          <p:nvPr/>
        </p:nvSpPr>
        <p:spPr>
          <a:xfrm>
            <a:off x="971550" y="5638800"/>
            <a:ext cx="10287000" cy="285750"/>
          </a:xfrm>
          <a:prstGeom prst="rect">
            <a:avLst/>
          </a:prstGeom>
          <a:noFill/>
          <a:ln w="0">
            <a:noFill/>
            <a:prstDash val="solid"/>
          </a:ln>
        </p:spPr>
        <p:txBody>
          <a:bodyPr lIns="0" tIns="0" rIns="0" bIns="0"/>
          <a:lstStyle>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a:pPr>
              <a:defRPr sz="1425" b="1">
                <a:solidFill>
                  <a:srgbClr val="FFFFFF"/>
                </a:solidFill>
                <a:latin typeface="Arial"/>
                <a:ea typeface="Arial"/>
                <a:cs typeface="Arial"/>
              </a:defRPr>
            </a:pPr>
            <a:r>
              <a:rPr sz="1425" b="1">
                <a:solidFill>
                  <a:srgbClr val="FFFFFF"/>
                </a:solidFill>
                <a:latin typeface="Arial"/>
                <a:ea typeface="Arial"/>
                <a:cs typeface="Arial"/>
              </a:rPr>
              <a:t>Cả hai provider đi qua cùng schema, catalog lookup và business rules.</a:t>
            </a:r>
          </a:p>
        </p:txBody>
      </p:sp>
    </p:spTree>
    <p:extLst>
      <p:ext uri="{BB962C8B-B14F-4D97-AF65-F5344CB8AC3E}">
        <p14:creationId xmlns:p14="http://schemas.microsoft.com/office/powerpoint/2010/main" val="1903686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042D93F-5D94-44DE-B661-26623F75221E}"/>
              </a:ext>
            </a:extLst>
          </p:cNvPr>
          <p:cNvSpPr>
            <a:spLocks noGrp="1"/>
          </p:cNvSpPr>
          <p:nvPr/>
        </p:nvSpPr>
        <p:spPr>
          <a:xfrm>
            <a:off x="685800" y="400050"/>
            <a:ext cx="7048500" cy="209550"/>
          </a:xfrm>
          <a:prstGeom prst="rect">
            <a:avLst/>
          </a:prstGeom>
          <a:noFill/>
          <a:ln w="0">
            <a:noFill/>
            <a:prstDash val="solid"/>
          </a:ln>
        </p:spPr>
        <p:txBody>
          <a:bodyPr lIns="0" tIns="0" rIns="0" bIns="0"/>
          <a:lstStyle>
            <a:defPPr>
              <a:defRPr sz="1050" b="1">
                <a:solidFill>
                  <a:srgbClr val="2A7B78"/>
                </a:solidFill>
                <a:latin typeface="Arial"/>
                <a:ea typeface="Arial"/>
                <a:cs typeface="Arial"/>
              </a:defRPr>
            </a:defPPr>
            <a:lvl1pPr>
              <a:defRPr sz="1050" b="1">
                <a:solidFill>
                  <a:srgbClr val="2A7B78"/>
                </a:solidFill>
                <a:latin typeface="Arial"/>
                <a:ea typeface="Arial"/>
                <a:cs typeface="Arial"/>
              </a:defRPr>
            </a:lvl1pPr>
            <a:lvl2pPr>
              <a:defRPr sz="1050" b="1">
                <a:solidFill>
                  <a:srgbClr val="2A7B78"/>
                </a:solidFill>
                <a:latin typeface="Arial"/>
                <a:ea typeface="Arial"/>
                <a:cs typeface="Arial"/>
              </a:defRPr>
            </a:lvl2pPr>
            <a:lvl3pPr>
              <a:defRPr sz="1050" b="1">
                <a:solidFill>
                  <a:srgbClr val="2A7B78"/>
                </a:solidFill>
                <a:latin typeface="Arial"/>
                <a:ea typeface="Arial"/>
                <a:cs typeface="Arial"/>
              </a:defRPr>
            </a:lvl3pPr>
            <a:lvl4pPr>
              <a:defRPr sz="1050" b="1">
                <a:solidFill>
                  <a:srgbClr val="2A7B78"/>
                </a:solidFill>
                <a:latin typeface="Arial"/>
                <a:ea typeface="Arial"/>
                <a:cs typeface="Arial"/>
              </a:defRPr>
            </a:lvl4pPr>
            <a:lvl5pPr>
              <a:defRPr sz="1050" b="1">
                <a:solidFill>
                  <a:srgbClr val="2A7B78"/>
                </a:solidFill>
                <a:latin typeface="Arial"/>
                <a:ea typeface="Arial"/>
                <a:cs typeface="Arial"/>
              </a:defRPr>
            </a:lvl5pPr>
            <a:lvl6pPr>
              <a:defRPr sz="1050" b="1">
                <a:solidFill>
                  <a:srgbClr val="2A7B78"/>
                </a:solidFill>
                <a:latin typeface="Arial"/>
                <a:ea typeface="Arial"/>
                <a:cs typeface="Arial"/>
              </a:defRPr>
            </a:lvl6pPr>
            <a:lvl7pPr>
              <a:defRPr sz="1050" b="1">
                <a:solidFill>
                  <a:srgbClr val="2A7B78"/>
                </a:solidFill>
                <a:latin typeface="Arial"/>
                <a:ea typeface="Arial"/>
                <a:cs typeface="Arial"/>
              </a:defRPr>
            </a:lvl7pPr>
            <a:lvl8pPr>
              <a:defRPr sz="1050" b="1">
                <a:solidFill>
                  <a:srgbClr val="2A7B78"/>
                </a:solidFill>
                <a:latin typeface="Arial"/>
                <a:ea typeface="Arial"/>
                <a:cs typeface="Arial"/>
              </a:defRPr>
            </a:lvl8pPr>
            <a:lvl9pPr>
              <a:defRPr sz="1050" b="1">
                <a:solidFill>
                  <a:srgbClr val="2A7B78"/>
                </a:solidFill>
                <a:latin typeface="Arial"/>
                <a:ea typeface="Arial"/>
                <a:cs typeface="Arial"/>
              </a:defRPr>
            </a:lvl9pPr>
          </a:lstStyle>
          <a:p>
            <a:pPr>
              <a:defRPr sz="1050" b="1">
                <a:solidFill>
                  <a:srgbClr val="2A7B78"/>
                </a:solidFill>
                <a:latin typeface="Arial"/>
                <a:ea typeface="Arial"/>
                <a:cs typeface="Arial"/>
              </a:defRPr>
            </a:pPr>
            <a:r>
              <a:rPr sz="1050" b="1">
                <a:solidFill>
                  <a:srgbClr val="2A7B78"/>
                </a:solidFill>
                <a:latin typeface="Arial"/>
                <a:ea typeface="Arial"/>
                <a:cs typeface="Arial"/>
              </a:rPr>
              <a:t>KẾT QUẢ VÀ GIỚI HẠN</a:t>
            </a:r>
          </a:p>
        </p:txBody>
      </p:sp>
      <p:sp>
        <p:nvSpPr>
          <p:cNvPr id="2" name="Rectangle 1">
            <a:extLst>
              <a:ext uri="{FF2B5EF4-FFF2-40B4-BE49-F238E27FC236}">
                <a16:creationId xmlns:a16="http://schemas.microsoft.com/office/drawing/2014/main" id="{5E9C9E2D-8F62-4E89-B37B-47F2974D4248}"/>
              </a:ext>
            </a:extLst>
          </p:cNvPr>
          <p:cNvSpPr>
            <a:spLocks noGrp="1"/>
          </p:cNvSpPr>
          <p:nvPr/>
        </p:nvSpPr>
        <p:spPr>
          <a:xfrm>
            <a:off x="685800" y="742950"/>
            <a:ext cx="10572750" cy="628650"/>
          </a:xfrm>
          <a:prstGeom prst="rect">
            <a:avLst/>
          </a:prstGeom>
          <a:noFill/>
          <a:ln w="0">
            <a:noFill/>
            <a:prstDash val="solid"/>
          </a:ln>
        </p:spPr>
        <p:txBody>
          <a:bodyPr lIns="0" tIns="0" rIns="0" bIns="0"/>
          <a:lstStyle>
            <a:defPPr>
              <a:defRPr sz="2700" b="1">
                <a:solidFill>
                  <a:srgbClr val="182637"/>
                </a:solidFill>
                <a:latin typeface="Arial"/>
                <a:ea typeface="Arial"/>
                <a:cs typeface="Arial"/>
              </a:defRPr>
            </a:defPPr>
            <a:lvl1pPr>
              <a:defRPr sz="2700" b="1">
                <a:solidFill>
                  <a:srgbClr val="182637"/>
                </a:solidFill>
                <a:latin typeface="Arial"/>
                <a:ea typeface="Arial"/>
                <a:cs typeface="Arial"/>
              </a:defRPr>
            </a:lvl1pPr>
            <a:lvl2pPr>
              <a:defRPr sz="2700" b="1">
                <a:solidFill>
                  <a:srgbClr val="182637"/>
                </a:solidFill>
                <a:latin typeface="Arial"/>
                <a:ea typeface="Arial"/>
                <a:cs typeface="Arial"/>
              </a:defRPr>
            </a:lvl2pPr>
            <a:lvl3pPr>
              <a:defRPr sz="2700" b="1">
                <a:solidFill>
                  <a:srgbClr val="182637"/>
                </a:solidFill>
                <a:latin typeface="Arial"/>
                <a:ea typeface="Arial"/>
                <a:cs typeface="Arial"/>
              </a:defRPr>
            </a:lvl3pPr>
            <a:lvl4pPr>
              <a:defRPr sz="2700" b="1">
                <a:solidFill>
                  <a:srgbClr val="182637"/>
                </a:solidFill>
                <a:latin typeface="Arial"/>
                <a:ea typeface="Arial"/>
                <a:cs typeface="Arial"/>
              </a:defRPr>
            </a:lvl4pPr>
            <a:lvl5pPr>
              <a:defRPr sz="2700" b="1">
                <a:solidFill>
                  <a:srgbClr val="182637"/>
                </a:solidFill>
                <a:latin typeface="Arial"/>
                <a:ea typeface="Arial"/>
                <a:cs typeface="Arial"/>
              </a:defRPr>
            </a:lvl5pPr>
            <a:lvl6pPr>
              <a:defRPr sz="2700" b="1">
                <a:solidFill>
                  <a:srgbClr val="182637"/>
                </a:solidFill>
                <a:latin typeface="Arial"/>
                <a:ea typeface="Arial"/>
                <a:cs typeface="Arial"/>
              </a:defRPr>
            </a:lvl6pPr>
            <a:lvl7pPr>
              <a:defRPr sz="2700" b="1">
                <a:solidFill>
                  <a:srgbClr val="182637"/>
                </a:solidFill>
                <a:latin typeface="Arial"/>
                <a:ea typeface="Arial"/>
                <a:cs typeface="Arial"/>
              </a:defRPr>
            </a:lvl7pPr>
            <a:lvl8pPr>
              <a:defRPr sz="2700" b="1">
                <a:solidFill>
                  <a:srgbClr val="182637"/>
                </a:solidFill>
                <a:latin typeface="Arial"/>
                <a:ea typeface="Arial"/>
                <a:cs typeface="Arial"/>
              </a:defRPr>
            </a:lvl8pPr>
            <a:lvl9pPr>
              <a:defRPr sz="2700" b="1">
                <a:solidFill>
                  <a:srgbClr val="182637"/>
                </a:solidFill>
                <a:latin typeface="Arial"/>
                <a:ea typeface="Arial"/>
                <a:cs typeface="Arial"/>
              </a:defRPr>
            </a:lvl9pPr>
          </a:lstStyle>
          <a:p>
            <a:pPr>
              <a:defRPr sz="2700" b="1">
                <a:solidFill>
                  <a:srgbClr val="182637"/>
                </a:solidFill>
                <a:latin typeface="Arial"/>
                <a:ea typeface="Arial"/>
                <a:cs typeface="Arial"/>
              </a:defRPr>
            </a:pPr>
            <a:r>
              <a:rPr sz="2700" b="1">
                <a:solidFill>
                  <a:srgbClr val="182637"/>
                </a:solidFill>
                <a:latin typeface="Arial"/>
                <a:ea typeface="Arial"/>
                <a:cs typeface="Arial"/>
              </a:rPr>
              <a:t>Cả hai provider đạt 14/14 trên bộ test</a:t>
            </a:r>
          </a:p>
        </p:txBody>
      </p:sp>
      <p:sp>
        <p:nvSpPr>
          <p:cNvPr id="3" name="Rectangle 2">
            <a:extLst>
              <a:ext uri="{FF2B5EF4-FFF2-40B4-BE49-F238E27FC236}">
                <a16:creationId xmlns:a16="http://schemas.microsoft.com/office/drawing/2014/main" id="{71170FE0-F0E0-42F1-B706-1CDB05C75021}"/>
              </a:ext>
            </a:extLst>
          </p:cNvPr>
          <p:cNvSpPr>
            <a:spLocks noGrp="1"/>
          </p:cNvSpPr>
          <p:nvPr/>
        </p:nvSpPr>
        <p:spPr>
          <a:xfrm>
            <a:off x="685800" y="1504950"/>
            <a:ext cx="66675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B80550C8-329C-4202-81D9-81401A02FD8A}"/>
              </a:ext>
            </a:extLst>
          </p:cNvPr>
          <p:cNvSpPr>
            <a:spLocks noGrp="1"/>
          </p:cNvSpPr>
          <p:nvPr/>
        </p:nvSpPr>
        <p:spPr>
          <a:xfrm>
            <a:off x="9715500" y="6343650"/>
            <a:ext cx="1809750" cy="228600"/>
          </a:xfrm>
          <a:prstGeom prst="rect">
            <a:avLst/>
          </a:prstGeom>
          <a:noFill/>
          <a:ln w="0">
            <a:noFill/>
            <a:prstDash val="solid"/>
          </a:ln>
        </p:spPr>
        <p:txBody>
          <a:bodyPr lIns="0" tIns="0" rIns="0" bIns="0"/>
          <a:lstStyle>
            <a:defPPr>
              <a:defRPr sz="975" b="1">
                <a:solidFill>
                  <a:srgbClr val="65717D"/>
                </a:solidFill>
                <a:latin typeface="Arial"/>
                <a:ea typeface="Arial"/>
                <a:cs typeface="Arial"/>
              </a:defRPr>
            </a:defPPr>
            <a:lvl1pPr>
              <a:defRPr sz="975" b="1">
                <a:solidFill>
                  <a:srgbClr val="65717D"/>
                </a:solidFill>
                <a:latin typeface="Arial"/>
                <a:ea typeface="Arial"/>
                <a:cs typeface="Arial"/>
              </a:defRPr>
            </a:lvl1pPr>
            <a:lvl2pPr>
              <a:defRPr sz="975" b="1">
                <a:solidFill>
                  <a:srgbClr val="65717D"/>
                </a:solidFill>
                <a:latin typeface="Arial"/>
                <a:ea typeface="Arial"/>
                <a:cs typeface="Arial"/>
              </a:defRPr>
            </a:lvl2pPr>
            <a:lvl3pPr>
              <a:defRPr sz="975" b="1">
                <a:solidFill>
                  <a:srgbClr val="65717D"/>
                </a:solidFill>
                <a:latin typeface="Arial"/>
                <a:ea typeface="Arial"/>
                <a:cs typeface="Arial"/>
              </a:defRPr>
            </a:lvl3pPr>
            <a:lvl4pPr>
              <a:defRPr sz="975" b="1">
                <a:solidFill>
                  <a:srgbClr val="65717D"/>
                </a:solidFill>
                <a:latin typeface="Arial"/>
                <a:ea typeface="Arial"/>
                <a:cs typeface="Arial"/>
              </a:defRPr>
            </a:lvl4pPr>
            <a:lvl5pPr>
              <a:defRPr sz="975" b="1">
                <a:solidFill>
                  <a:srgbClr val="65717D"/>
                </a:solidFill>
                <a:latin typeface="Arial"/>
                <a:ea typeface="Arial"/>
                <a:cs typeface="Arial"/>
              </a:defRPr>
            </a:lvl5pPr>
            <a:lvl6pPr>
              <a:defRPr sz="975" b="1">
                <a:solidFill>
                  <a:srgbClr val="65717D"/>
                </a:solidFill>
                <a:latin typeface="Arial"/>
                <a:ea typeface="Arial"/>
                <a:cs typeface="Arial"/>
              </a:defRPr>
            </a:lvl6pPr>
            <a:lvl7pPr>
              <a:defRPr sz="975" b="1">
                <a:solidFill>
                  <a:srgbClr val="65717D"/>
                </a:solidFill>
                <a:latin typeface="Arial"/>
                <a:ea typeface="Arial"/>
                <a:cs typeface="Arial"/>
              </a:defRPr>
            </a:lvl7pPr>
            <a:lvl8pPr>
              <a:defRPr sz="975" b="1">
                <a:solidFill>
                  <a:srgbClr val="65717D"/>
                </a:solidFill>
                <a:latin typeface="Arial"/>
                <a:ea typeface="Arial"/>
                <a:cs typeface="Arial"/>
              </a:defRPr>
            </a:lvl8pPr>
            <a:lvl9pPr>
              <a:defRPr sz="975" b="1">
                <a:solidFill>
                  <a:srgbClr val="65717D"/>
                </a:solidFill>
                <a:latin typeface="Arial"/>
                <a:ea typeface="Arial"/>
                <a:cs typeface="Arial"/>
              </a:defRPr>
            </a:lvl9pPr>
          </a:lstStyle>
          <a:p>
            <a:pPr>
              <a:defRPr sz="975" b="1">
                <a:solidFill>
                  <a:srgbClr val="65717D"/>
                </a:solidFill>
                <a:latin typeface="Arial"/>
                <a:ea typeface="Arial"/>
                <a:cs typeface="Arial"/>
              </a:defRPr>
            </a:pPr>
            <a:r>
              <a:rPr sz="975" b="1">
                <a:solidFill>
                  <a:srgbClr val="65717D"/>
                </a:solidFill>
                <a:latin typeface="Arial"/>
                <a:ea typeface="Arial"/>
                <a:cs typeface="Arial"/>
              </a:rPr>
              <a:t>GROUP 7  ·  08</a:t>
            </a:r>
          </a:p>
        </p:txBody>
      </p:sp>
      <p:sp>
        <p:nvSpPr>
          <p:cNvPr id="5" name="Rectangle: Rounded Corners 4">
            <a:extLst>
              <a:ext uri="{FF2B5EF4-FFF2-40B4-BE49-F238E27FC236}">
                <a16:creationId xmlns:a16="http://schemas.microsoft.com/office/drawing/2014/main" id="{0B29030E-62D9-4F24-9EE6-BB3817989277}"/>
              </a:ext>
            </a:extLst>
          </p:cNvPr>
          <p:cNvSpPr>
            <a:spLocks noGrp="1"/>
          </p:cNvSpPr>
          <p:nvPr/>
        </p:nvSpPr>
        <p:spPr>
          <a:xfrm>
            <a:off x="685800" y="2057400"/>
            <a:ext cx="3219450" cy="3181350"/>
          </a:xfrm>
          <a:prstGeom prst="roundRect">
            <a:avLst>
              <a:gd name="adj" fmla="val 5389"/>
            </a:avLst>
          </a:prstGeom>
          <a:solidFill>
            <a:srgbClr val="162B42"/>
          </a:solidFill>
          <a:ln w="0">
            <a:noFill/>
            <a:prstDash val="solid"/>
          </a:ln>
        </p:spPr>
        <p:txBody>
          <a:bodyPr/>
          <a:lstStyle/>
          <a:p>
            <a:endParaRPr lang="en-US"/>
          </a:p>
        </p:txBody>
      </p:sp>
      <p:sp>
        <p:nvSpPr>
          <p:cNvPr id="6" name="Rectangle 5">
            <a:extLst>
              <a:ext uri="{FF2B5EF4-FFF2-40B4-BE49-F238E27FC236}">
                <a16:creationId xmlns:a16="http://schemas.microsoft.com/office/drawing/2014/main" id="{5D4B6CAB-56E5-46F1-9255-1DBCD7A418F8}"/>
              </a:ext>
            </a:extLst>
          </p:cNvPr>
          <p:cNvSpPr>
            <a:spLocks noGrp="1"/>
          </p:cNvSpPr>
          <p:nvPr/>
        </p:nvSpPr>
        <p:spPr>
          <a:xfrm>
            <a:off x="990600" y="2476500"/>
            <a:ext cx="2667000" cy="819150"/>
          </a:xfrm>
          <a:prstGeom prst="rect">
            <a:avLst/>
          </a:prstGeom>
          <a:noFill/>
          <a:ln w="0">
            <a:noFill/>
            <a:prstDash val="solid"/>
          </a:ln>
        </p:spPr>
        <p:txBody>
          <a:bodyPr lIns="0" tIns="0" rIns="0" bIns="0"/>
          <a:lstStyle>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a:pPr>
              <a:defRPr sz="4650" b="1">
                <a:solidFill>
                  <a:srgbClr val="FFFFFF"/>
                </a:solidFill>
                <a:latin typeface="Arial"/>
                <a:ea typeface="Arial"/>
                <a:cs typeface="Arial"/>
              </a:defRPr>
            </a:pPr>
            <a:r>
              <a:rPr sz="4650" b="1">
                <a:solidFill>
                  <a:srgbClr val="FFFFFF"/>
                </a:solidFill>
                <a:latin typeface="Arial"/>
                <a:ea typeface="Arial"/>
                <a:cs typeface="Arial"/>
              </a:rPr>
              <a:t>14/14</a:t>
            </a:r>
          </a:p>
        </p:txBody>
      </p:sp>
      <p:sp>
        <p:nvSpPr>
          <p:cNvPr id="7" name="Rectangle 6">
            <a:extLst>
              <a:ext uri="{FF2B5EF4-FFF2-40B4-BE49-F238E27FC236}">
                <a16:creationId xmlns:a16="http://schemas.microsoft.com/office/drawing/2014/main" id="{B8A76194-3F73-432C-A017-3B74B3BD8B4B}"/>
              </a:ext>
            </a:extLst>
          </p:cNvPr>
          <p:cNvSpPr>
            <a:spLocks noGrp="1"/>
          </p:cNvSpPr>
          <p:nvPr/>
        </p:nvSpPr>
        <p:spPr>
          <a:xfrm>
            <a:off x="1009650" y="3409950"/>
            <a:ext cx="2514600" cy="381000"/>
          </a:xfrm>
          <a:prstGeom prst="rect">
            <a:avLst/>
          </a:prstGeom>
          <a:noFill/>
          <a:ln w="0">
            <a:noFill/>
            <a:prstDash val="solid"/>
          </a:ln>
        </p:spPr>
        <p:txBody>
          <a:bodyPr lIns="0" tIns="0" rIns="0" bIns="0"/>
          <a:lstStyle>
            <a:defPPr>
              <a:defRPr sz="1875" b="1">
                <a:solidFill>
                  <a:srgbClr val="E7B75E"/>
                </a:solidFill>
                <a:latin typeface="Arial"/>
                <a:ea typeface="Arial"/>
                <a:cs typeface="Arial"/>
              </a:defRPr>
            </a:defPPr>
            <a:lvl1pPr>
              <a:defRPr sz="1875" b="1">
                <a:solidFill>
                  <a:srgbClr val="E7B75E"/>
                </a:solidFill>
                <a:latin typeface="Arial"/>
                <a:ea typeface="Arial"/>
                <a:cs typeface="Arial"/>
              </a:defRPr>
            </a:lvl1pPr>
            <a:lvl2pPr>
              <a:defRPr sz="1875" b="1">
                <a:solidFill>
                  <a:srgbClr val="E7B75E"/>
                </a:solidFill>
                <a:latin typeface="Arial"/>
                <a:ea typeface="Arial"/>
                <a:cs typeface="Arial"/>
              </a:defRPr>
            </a:lvl2pPr>
            <a:lvl3pPr>
              <a:defRPr sz="1875" b="1">
                <a:solidFill>
                  <a:srgbClr val="E7B75E"/>
                </a:solidFill>
                <a:latin typeface="Arial"/>
                <a:ea typeface="Arial"/>
                <a:cs typeface="Arial"/>
              </a:defRPr>
            </a:lvl3pPr>
            <a:lvl4pPr>
              <a:defRPr sz="1875" b="1">
                <a:solidFill>
                  <a:srgbClr val="E7B75E"/>
                </a:solidFill>
                <a:latin typeface="Arial"/>
                <a:ea typeface="Arial"/>
                <a:cs typeface="Arial"/>
              </a:defRPr>
            </a:lvl4pPr>
            <a:lvl5pPr>
              <a:defRPr sz="1875" b="1">
                <a:solidFill>
                  <a:srgbClr val="E7B75E"/>
                </a:solidFill>
                <a:latin typeface="Arial"/>
                <a:ea typeface="Arial"/>
                <a:cs typeface="Arial"/>
              </a:defRPr>
            </a:lvl5pPr>
            <a:lvl6pPr>
              <a:defRPr sz="1875" b="1">
                <a:solidFill>
                  <a:srgbClr val="E7B75E"/>
                </a:solidFill>
                <a:latin typeface="Arial"/>
                <a:ea typeface="Arial"/>
                <a:cs typeface="Arial"/>
              </a:defRPr>
            </a:lvl6pPr>
            <a:lvl7pPr>
              <a:defRPr sz="1875" b="1">
                <a:solidFill>
                  <a:srgbClr val="E7B75E"/>
                </a:solidFill>
                <a:latin typeface="Arial"/>
                <a:ea typeface="Arial"/>
                <a:cs typeface="Arial"/>
              </a:defRPr>
            </a:lvl7pPr>
            <a:lvl8pPr>
              <a:defRPr sz="1875" b="1">
                <a:solidFill>
                  <a:srgbClr val="E7B75E"/>
                </a:solidFill>
                <a:latin typeface="Arial"/>
                <a:ea typeface="Arial"/>
                <a:cs typeface="Arial"/>
              </a:defRPr>
            </a:lvl8pPr>
            <a:lvl9pPr>
              <a:defRPr sz="1875" b="1">
                <a:solidFill>
                  <a:srgbClr val="E7B75E"/>
                </a:solidFill>
                <a:latin typeface="Arial"/>
                <a:ea typeface="Arial"/>
                <a:cs typeface="Arial"/>
              </a:defRPr>
            </a:lvl9pPr>
          </a:lstStyle>
          <a:p>
            <a:pPr>
              <a:defRPr sz="1875" b="1">
                <a:solidFill>
                  <a:srgbClr val="E7B75E"/>
                </a:solidFill>
                <a:latin typeface="Arial"/>
                <a:ea typeface="Arial"/>
                <a:cs typeface="Arial"/>
              </a:defRPr>
            </a:pPr>
            <a:r>
              <a:rPr sz="1875" b="1">
                <a:solidFill>
                  <a:srgbClr val="E7B75E"/>
                </a:solidFill>
                <a:latin typeface="Arial"/>
                <a:ea typeface="Arial"/>
                <a:cs typeface="Arial"/>
              </a:rPr>
              <a:t>FakeLLM</a:t>
            </a:r>
          </a:p>
        </p:txBody>
      </p:sp>
      <p:sp>
        <p:nvSpPr>
          <p:cNvPr id="8" name="Rectangle 7">
            <a:extLst>
              <a:ext uri="{FF2B5EF4-FFF2-40B4-BE49-F238E27FC236}">
                <a16:creationId xmlns:a16="http://schemas.microsoft.com/office/drawing/2014/main" id="{CA746170-9AD9-43F1-952E-2C5C670D4C0B}"/>
              </a:ext>
            </a:extLst>
          </p:cNvPr>
          <p:cNvSpPr>
            <a:spLocks noGrp="1"/>
          </p:cNvSpPr>
          <p:nvPr/>
        </p:nvSpPr>
        <p:spPr>
          <a:xfrm>
            <a:off x="1009650" y="3981450"/>
            <a:ext cx="2190750" cy="19050"/>
          </a:xfrm>
          <a:prstGeom prst="rect">
            <a:avLst/>
          </a:prstGeom>
          <a:solidFill>
            <a:srgbClr val="4E6479"/>
          </a:solidFill>
          <a:ln w="0">
            <a:noFill/>
            <a:prstDash val="solid"/>
          </a:ln>
        </p:spPr>
        <p:txBody>
          <a:bodyPr/>
          <a:lstStyle/>
          <a:p>
            <a:endParaRPr lang="en-US"/>
          </a:p>
        </p:txBody>
      </p:sp>
      <p:sp>
        <p:nvSpPr>
          <p:cNvPr id="9" name="Rectangle 8">
            <a:extLst>
              <a:ext uri="{FF2B5EF4-FFF2-40B4-BE49-F238E27FC236}">
                <a16:creationId xmlns:a16="http://schemas.microsoft.com/office/drawing/2014/main" id="{693E1A38-AFA4-4A44-8CD7-F3E1D7496894}"/>
              </a:ext>
            </a:extLst>
          </p:cNvPr>
          <p:cNvSpPr>
            <a:spLocks noGrp="1"/>
          </p:cNvSpPr>
          <p:nvPr/>
        </p:nvSpPr>
        <p:spPr>
          <a:xfrm>
            <a:off x="990600" y="4171950"/>
            <a:ext cx="2667000" cy="685800"/>
          </a:xfrm>
          <a:prstGeom prst="rect">
            <a:avLst/>
          </a:prstGeom>
          <a:noFill/>
          <a:ln w="0">
            <a:noFill/>
            <a:prstDash val="solid"/>
          </a:ln>
        </p:spPr>
        <p:txBody>
          <a:bodyPr lIns="0" tIns="0" rIns="0" bIns="0"/>
          <a:lstStyle>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a:pPr>
              <a:defRPr sz="3600" b="1">
                <a:solidFill>
                  <a:srgbClr val="FFFFFF"/>
                </a:solidFill>
                <a:latin typeface="Arial"/>
                <a:ea typeface="Arial"/>
                <a:cs typeface="Arial"/>
              </a:defRPr>
            </a:pPr>
            <a:r>
              <a:rPr sz="3600" b="1">
                <a:solidFill>
                  <a:srgbClr val="FFFFFF"/>
                </a:solidFill>
                <a:latin typeface="Arial"/>
                <a:ea typeface="Arial"/>
                <a:cs typeface="Arial"/>
              </a:rPr>
              <a:t>14/14</a:t>
            </a:r>
          </a:p>
        </p:txBody>
      </p:sp>
      <p:sp>
        <p:nvSpPr>
          <p:cNvPr id="10" name="Rectangle 9">
            <a:extLst>
              <a:ext uri="{FF2B5EF4-FFF2-40B4-BE49-F238E27FC236}">
                <a16:creationId xmlns:a16="http://schemas.microsoft.com/office/drawing/2014/main" id="{5EFFFC6D-49F8-49FB-AEEF-34C12E2E940A}"/>
              </a:ext>
            </a:extLst>
          </p:cNvPr>
          <p:cNvSpPr>
            <a:spLocks noGrp="1"/>
          </p:cNvSpPr>
          <p:nvPr/>
        </p:nvSpPr>
        <p:spPr>
          <a:xfrm>
            <a:off x="1009650" y="4857750"/>
            <a:ext cx="2762250" cy="285750"/>
          </a:xfrm>
          <a:prstGeom prst="rect">
            <a:avLst/>
          </a:prstGeom>
          <a:noFill/>
          <a:ln w="0">
            <a:noFill/>
            <a:prstDash val="solid"/>
          </a:ln>
        </p:spPr>
        <p:txBody>
          <a:bodyPr lIns="0" tIns="0" rIns="0" bIns="0"/>
          <a:lstStyle>
            <a:defPPr>
              <a:defRPr sz="1125" b="1">
                <a:solidFill>
                  <a:srgbClr val="CBD5DE"/>
                </a:solidFill>
                <a:latin typeface="Arial"/>
                <a:ea typeface="Arial"/>
                <a:cs typeface="Arial"/>
              </a:defRPr>
            </a:defPPr>
            <a:lvl1pPr>
              <a:defRPr sz="1125" b="1">
                <a:solidFill>
                  <a:srgbClr val="CBD5DE"/>
                </a:solidFill>
                <a:latin typeface="Arial"/>
                <a:ea typeface="Arial"/>
                <a:cs typeface="Arial"/>
              </a:defRPr>
            </a:lvl1pPr>
            <a:lvl2pPr>
              <a:defRPr sz="1125" b="1">
                <a:solidFill>
                  <a:srgbClr val="CBD5DE"/>
                </a:solidFill>
                <a:latin typeface="Arial"/>
                <a:ea typeface="Arial"/>
                <a:cs typeface="Arial"/>
              </a:defRPr>
            </a:lvl2pPr>
            <a:lvl3pPr>
              <a:defRPr sz="1125" b="1">
                <a:solidFill>
                  <a:srgbClr val="CBD5DE"/>
                </a:solidFill>
                <a:latin typeface="Arial"/>
                <a:ea typeface="Arial"/>
                <a:cs typeface="Arial"/>
              </a:defRPr>
            </a:lvl3pPr>
            <a:lvl4pPr>
              <a:defRPr sz="1125" b="1">
                <a:solidFill>
                  <a:srgbClr val="CBD5DE"/>
                </a:solidFill>
                <a:latin typeface="Arial"/>
                <a:ea typeface="Arial"/>
                <a:cs typeface="Arial"/>
              </a:defRPr>
            </a:lvl4pPr>
            <a:lvl5pPr>
              <a:defRPr sz="1125" b="1">
                <a:solidFill>
                  <a:srgbClr val="CBD5DE"/>
                </a:solidFill>
                <a:latin typeface="Arial"/>
                <a:ea typeface="Arial"/>
                <a:cs typeface="Arial"/>
              </a:defRPr>
            </a:lvl5pPr>
            <a:lvl6pPr>
              <a:defRPr sz="1125" b="1">
                <a:solidFill>
                  <a:srgbClr val="CBD5DE"/>
                </a:solidFill>
                <a:latin typeface="Arial"/>
                <a:ea typeface="Arial"/>
                <a:cs typeface="Arial"/>
              </a:defRPr>
            </a:lvl6pPr>
            <a:lvl7pPr>
              <a:defRPr sz="1125" b="1">
                <a:solidFill>
                  <a:srgbClr val="CBD5DE"/>
                </a:solidFill>
                <a:latin typeface="Arial"/>
                <a:ea typeface="Arial"/>
                <a:cs typeface="Arial"/>
              </a:defRPr>
            </a:lvl7pPr>
            <a:lvl8pPr>
              <a:defRPr sz="1125" b="1">
                <a:solidFill>
                  <a:srgbClr val="CBD5DE"/>
                </a:solidFill>
                <a:latin typeface="Arial"/>
                <a:ea typeface="Arial"/>
                <a:cs typeface="Arial"/>
              </a:defRPr>
            </a:lvl8pPr>
            <a:lvl9pPr>
              <a:defRPr sz="1125" b="1">
                <a:solidFill>
                  <a:srgbClr val="CBD5DE"/>
                </a:solidFill>
                <a:latin typeface="Arial"/>
                <a:ea typeface="Arial"/>
                <a:cs typeface="Arial"/>
              </a:defRPr>
            </a:lvl9pPr>
          </a:lstStyle>
          <a:p>
            <a:pPr>
              <a:defRPr sz="1125" b="1">
                <a:solidFill>
                  <a:srgbClr val="CBD5DE"/>
                </a:solidFill>
                <a:latin typeface="Arial"/>
                <a:ea typeface="Arial"/>
                <a:cs typeface="Arial"/>
              </a:defRPr>
            </a:pPr>
            <a:r>
              <a:rPr sz="1125" b="1">
                <a:solidFill>
                  <a:srgbClr val="CBD5DE"/>
                </a:solidFill>
                <a:latin typeface="Arial"/>
                <a:ea typeface="Arial"/>
                <a:cs typeface="Arial"/>
              </a:rPr>
              <a:t>Ollama · qwen3.5:2b-q4_K_M</a:t>
            </a:r>
          </a:p>
        </p:txBody>
      </p:sp>
      <p:sp>
        <p:nvSpPr>
          <p:cNvPr id="11" name="Rectangle 10">
            <a:extLst>
              <a:ext uri="{FF2B5EF4-FFF2-40B4-BE49-F238E27FC236}">
                <a16:creationId xmlns:a16="http://schemas.microsoft.com/office/drawing/2014/main" id="{5A8C469D-D076-46BF-80A5-4F005A394AC6}"/>
              </a:ext>
            </a:extLst>
          </p:cNvPr>
          <p:cNvSpPr>
            <a:spLocks noGrp="1"/>
          </p:cNvSpPr>
          <p:nvPr/>
        </p:nvSpPr>
        <p:spPr>
          <a:xfrm>
            <a:off x="4552950" y="2095500"/>
            <a:ext cx="3143250" cy="190500"/>
          </a:xfrm>
          <a:prstGeom prst="rect">
            <a:avLst/>
          </a:prstGeom>
          <a:noFill/>
          <a:ln w="0">
            <a:noFill/>
            <a:prstDash val="solid"/>
          </a:ln>
        </p:spPr>
        <p:txBody>
          <a:bodyPr lIns="0" tIns="0" rIns="0" bIns="0"/>
          <a:lstStyle>
            <a:defPPr>
              <a:defRPr sz="975" b="1">
                <a:solidFill>
                  <a:srgbClr val="2A7B78"/>
                </a:solidFill>
                <a:latin typeface="Arial"/>
                <a:ea typeface="Arial"/>
                <a:cs typeface="Arial"/>
              </a:defRPr>
            </a:defPPr>
            <a:lvl1pPr>
              <a:defRPr sz="975" b="1">
                <a:solidFill>
                  <a:srgbClr val="2A7B78"/>
                </a:solidFill>
                <a:latin typeface="Arial"/>
                <a:ea typeface="Arial"/>
                <a:cs typeface="Arial"/>
              </a:defRPr>
            </a:lvl1pPr>
            <a:lvl2pPr>
              <a:defRPr sz="975" b="1">
                <a:solidFill>
                  <a:srgbClr val="2A7B78"/>
                </a:solidFill>
                <a:latin typeface="Arial"/>
                <a:ea typeface="Arial"/>
                <a:cs typeface="Arial"/>
              </a:defRPr>
            </a:lvl2pPr>
            <a:lvl3pPr>
              <a:defRPr sz="975" b="1">
                <a:solidFill>
                  <a:srgbClr val="2A7B78"/>
                </a:solidFill>
                <a:latin typeface="Arial"/>
                <a:ea typeface="Arial"/>
                <a:cs typeface="Arial"/>
              </a:defRPr>
            </a:lvl3pPr>
            <a:lvl4pPr>
              <a:defRPr sz="975" b="1">
                <a:solidFill>
                  <a:srgbClr val="2A7B78"/>
                </a:solidFill>
                <a:latin typeface="Arial"/>
                <a:ea typeface="Arial"/>
                <a:cs typeface="Arial"/>
              </a:defRPr>
            </a:lvl4pPr>
            <a:lvl5pPr>
              <a:defRPr sz="975" b="1">
                <a:solidFill>
                  <a:srgbClr val="2A7B78"/>
                </a:solidFill>
                <a:latin typeface="Arial"/>
                <a:ea typeface="Arial"/>
                <a:cs typeface="Arial"/>
              </a:defRPr>
            </a:lvl5pPr>
            <a:lvl6pPr>
              <a:defRPr sz="975" b="1">
                <a:solidFill>
                  <a:srgbClr val="2A7B78"/>
                </a:solidFill>
                <a:latin typeface="Arial"/>
                <a:ea typeface="Arial"/>
                <a:cs typeface="Arial"/>
              </a:defRPr>
            </a:lvl6pPr>
            <a:lvl7pPr>
              <a:defRPr sz="975" b="1">
                <a:solidFill>
                  <a:srgbClr val="2A7B78"/>
                </a:solidFill>
                <a:latin typeface="Arial"/>
                <a:ea typeface="Arial"/>
                <a:cs typeface="Arial"/>
              </a:defRPr>
            </a:lvl7pPr>
            <a:lvl8pPr>
              <a:defRPr sz="975" b="1">
                <a:solidFill>
                  <a:srgbClr val="2A7B78"/>
                </a:solidFill>
                <a:latin typeface="Arial"/>
                <a:ea typeface="Arial"/>
                <a:cs typeface="Arial"/>
              </a:defRPr>
            </a:lvl8pPr>
            <a:lvl9pPr>
              <a:defRPr sz="975" b="1">
                <a:solidFill>
                  <a:srgbClr val="2A7B78"/>
                </a:solidFill>
                <a:latin typeface="Arial"/>
                <a:ea typeface="Arial"/>
                <a:cs typeface="Arial"/>
              </a:defRPr>
            </a:lvl9pPr>
          </a:lstStyle>
          <a:p>
            <a:pPr>
              <a:defRPr sz="975" b="1">
                <a:solidFill>
                  <a:srgbClr val="2A7B78"/>
                </a:solidFill>
                <a:latin typeface="Arial"/>
                <a:ea typeface="Arial"/>
                <a:cs typeface="Arial"/>
              </a:defRPr>
            </a:pPr>
            <a:r>
              <a:rPr sz="975" b="1">
                <a:solidFill>
                  <a:srgbClr val="2A7B78"/>
                </a:solidFill>
                <a:latin typeface="Arial"/>
                <a:ea typeface="Arial"/>
                <a:cs typeface="Arial"/>
              </a:rPr>
              <a:t>ĐÃ KIỂM TRA</a:t>
            </a:r>
          </a:p>
        </p:txBody>
      </p:sp>
      <p:sp>
        <p:nvSpPr>
          <p:cNvPr id="12" name="Rectangle 11">
            <a:extLst>
              <a:ext uri="{FF2B5EF4-FFF2-40B4-BE49-F238E27FC236}">
                <a16:creationId xmlns:a16="http://schemas.microsoft.com/office/drawing/2014/main" id="{091D9184-057D-4A6F-99EA-11BD24E6B84F}"/>
              </a:ext>
            </a:extLst>
          </p:cNvPr>
          <p:cNvSpPr>
            <a:spLocks noGrp="1"/>
          </p:cNvSpPr>
          <p:nvPr/>
        </p:nvSpPr>
        <p:spPr>
          <a:xfrm>
            <a:off x="4552950" y="2514600"/>
            <a:ext cx="285750" cy="285750"/>
          </a:xfrm>
          <a:prstGeom prst="rect">
            <a:avLst/>
          </a:prstGeom>
          <a:noFill/>
          <a:ln w="0">
            <a:noFill/>
            <a:prstDash val="solid"/>
          </a:ln>
        </p:spPr>
        <p:txBody>
          <a:bodyPr lIns="0" tIns="0" rIns="0" bIns="0"/>
          <a:lstStyle>
            <a:defPPr>
              <a:defRPr sz="1125" b="1">
                <a:solidFill>
                  <a:srgbClr val="2A7B78"/>
                </a:solidFill>
                <a:latin typeface="Arial"/>
                <a:ea typeface="Arial"/>
                <a:cs typeface="Arial"/>
              </a:defRPr>
            </a:defPPr>
            <a:lvl1pPr>
              <a:defRPr sz="1125" b="1">
                <a:solidFill>
                  <a:srgbClr val="2A7B78"/>
                </a:solidFill>
                <a:latin typeface="Arial"/>
                <a:ea typeface="Arial"/>
                <a:cs typeface="Arial"/>
              </a:defRPr>
            </a:lvl1pPr>
            <a:lvl2pPr>
              <a:defRPr sz="1125" b="1">
                <a:solidFill>
                  <a:srgbClr val="2A7B78"/>
                </a:solidFill>
                <a:latin typeface="Arial"/>
                <a:ea typeface="Arial"/>
                <a:cs typeface="Arial"/>
              </a:defRPr>
            </a:lvl2pPr>
            <a:lvl3pPr>
              <a:defRPr sz="1125" b="1">
                <a:solidFill>
                  <a:srgbClr val="2A7B78"/>
                </a:solidFill>
                <a:latin typeface="Arial"/>
                <a:ea typeface="Arial"/>
                <a:cs typeface="Arial"/>
              </a:defRPr>
            </a:lvl3pPr>
            <a:lvl4pPr>
              <a:defRPr sz="1125" b="1">
                <a:solidFill>
                  <a:srgbClr val="2A7B78"/>
                </a:solidFill>
                <a:latin typeface="Arial"/>
                <a:ea typeface="Arial"/>
                <a:cs typeface="Arial"/>
              </a:defRPr>
            </a:lvl4pPr>
            <a:lvl5pPr>
              <a:defRPr sz="1125" b="1">
                <a:solidFill>
                  <a:srgbClr val="2A7B78"/>
                </a:solidFill>
                <a:latin typeface="Arial"/>
                <a:ea typeface="Arial"/>
                <a:cs typeface="Arial"/>
              </a:defRPr>
            </a:lvl5pPr>
            <a:lvl6pPr>
              <a:defRPr sz="1125" b="1">
                <a:solidFill>
                  <a:srgbClr val="2A7B78"/>
                </a:solidFill>
                <a:latin typeface="Arial"/>
                <a:ea typeface="Arial"/>
                <a:cs typeface="Arial"/>
              </a:defRPr>
            </a:lvl6pPr>
            <a:lvl7pPr>
              <a:defRPr sz="1125" b="1">
                <a:solidFill>
                  <a:srgbClr val="2A7B78"/>
                </a:solidFill>
                <a:latin typeface="Arial"/>
                <a:ea typeface="Arial"/>
                <a:cs typeface="Arial"/>
              </a:defRPr>
            </a:lvl7pPr>
            <a:lvl8pPr>
              <a:defRPr sz="1125" b="1">
                <a:solidFill>
                  <a:srgbClr val="2A7B78"/>
                </a:solidFill>
                <a:latin typeface="Arial"/>
                <a:ea typeface="Arial"/>
                <a:cs typeface="Arial"/>
              </a:defRPr>
            </a:lvl8pPr>
            <a:lvl9pPr>
              <a:defRPr sz="1125" b="1">
                <a:solidFill>
                  <a:srgbClr val="2A7B78"/>
                </a:solidFill>
                <a:latin typeface="Arial"/>
                <a:ea typeface="Arial"/>
                <a:cs typeface="Arial"/>
              </a:defRPr>
            </a:lvl9pPr>
          </a:lstStyle>
          <a:p>
            <a:pPr>
              <a:defRPr sz="1125" b="1">
                <a:solidFill>
                  <a:srgbClr val="2A7B78"/>
                </a:solidFill>
                <a:latin typeface="Arial"/>
                <a:ea typeface="Arial"/>
                <a:cs typeface="Arial"/>
              </a:defRPr>
            </a:pPr>
            <a:r>
              <a:rPr sz="1125" b="1">
                <a:solidFill>
                  <a:srgbClr val="2A7B78"/>
                </a:solidFill>
                <a:latin typeface="Arial"/>
                <a:ea typeface="Arial"/>
                <a:cs typeface="Arial"/>
              </a:rPr>
              <a:t>01</a:t>
            </a:r>
          </a:p>
        </p:txBody>
      </p:sp>
      <p:sp>
        <p:nvSpPr>
          <p:cNvPr id="13" name="Rectangle 12">
            <a:extLst>
              <a:ext uri="{FF2B5EF4-FFF2-40B4-BE49-F238E27FC236}">
                <a16:creationId xmlns:a16="http://schemas.microsoft.com/office/drawing/2014/main" id="{A485B5C8-1F4D-47F1-9219-8469526087EF}"/>
              </a:ext>
            </a:extLst>
          </p:cNvPr>
          <p:cNvSpPr>
            <a:spLocks noGrp="1"/>
          </p:cNvSpPr>
          <p:nvPr/>
        </p:nvSpPr>
        <p:spPr>
          <a:xfrm>
            <a:off x="4914900" y="2495550"/>
            <a:ext cx="6343650" cy="400050"/>
          </a:xfrm>
          <a:prstGeom prst="rect">
            <a:avLst/>
          </a:prstGeom>
          <a:noFill/>
          <a:ln w="0">
            <a:noFill/>
            <a:prstDash val="solid"/>
          </a:ln>
        </p:spPr>
        <p:txBody>
          <a:bodyPr lIns="0" tIns="0" rIns="0" bIns="0"/>
          <a:lstStyle>
            <a:defPPr>
              <a:defRPr sz="1200" b="0">
                <a:solidFill>
                  <a:srgbClr val="182637"/>
                </a:solidFill>
                <a:latin typeface="Arial"/>
                <a:ea typeface="Arial"/>
                <a:cs typeface="Arial"/>
              </a:defRPr>
            </a:defPPr>
            <a:lvl1pPr>
              <a:defRPr sz="1200" b="0">
                <a:solidFill>
                  <a:srgbClr val="182637"/>
                </a:solidFill>
                <a:latin typeface="Arial"/>
                <a:ea typeface="Arial"/>
                <a:cs typeface="Arial"/>
              </a:defRPr>
            </a:lvl1pPr>
            <a:lvl2pPr>
              <a:defRPr sz="1200" b="0">
                <a:solidFill>
                  <a:srgbClr val="182637"/>
                </a:solidFill>
                <a:latin typeface="Arial"/>
                <a:ea typeface="Arial"/>
                <a:cs typeface="Arial"/>
              </a:defRPr>
            </a:lvl2pPr>
            <a:lvl3pPr>
              <a:defRPr sz="1200" b="0">
                <a:solidFill>
                  <a:srgbClr val="182637"/>
                </a:solidFill>
                <a:latin typeface="Arial"/>
                <a:ea typeface="Arial"/>
                <a:cs typeface="Arial"/>
              </a:defRPr>
            </a:lvl3pPr>
            <a:lvl4pPr>
              <a:defRPr sz="1200" b="0">
                <a:solidFill>
                  <a:srgbClr val="182637"/>
                </a:solidFill>
                <a:latin typeface="Arial"/>
                <a:ea typeface="Arial"/>
                <a:cs typeface="Arial"/>
              </a:defRPr>
            </a:lvl4pPr>
            <a:lvl5pPr>
              <a:defRPr sz="1200" b="0">
                <a:solidFill>
                  <a:srgbClr val="182637"/>
                </a:solidFill>
                <a:latin typeface="Arial"/>
                <a:ea typeface="Arial"/>
                <a:cs typeface="Arial"/>
              </a:defRPr>
            </a:lvl5pPr>
            <a:lvl6pPr>
              <a:defRPr sz="1200" b="0">
                <a:solidFill>
                  <a:srgbClr val="182637"/>
                </a:solidFill>
                <a:latin typeface="Arial"/>
                <a:ea typeface="Arial"/>
                <a:cs typeface="Arial"/>
              </a:defRPr>
            </a:lvl6pPr>
            <a:lvl7pPr>
              <a:defRPr sz="1200" b="0">
                <a:solidFill>
                  <a:srgbClr val="182637"/>
                </a:solidFill>
                <a:latin typeface="Arial"/>
                <a:ea typeface="Arial"/>
                <a:cs typeface="Arial"/>
              </a:defRPr>
            </a:lvl7pPr>
            <a:lvl8pPr>
              <a:defRPr sz="1200" b="0">
                <a:solidFill>
                  <a:srgbClr val="182637"/>
                </a:solidFill>
                <a:latin typeface="Arial"/>
                <a:ea typeface="Arial"/>
                <a:cs typeface="Arial"/>
              </a:defRPr>
            </a:lvl8pPr>
            <a:lvl9pPr>
              <a:defRPr sz="1200" b="0">
                <a:solidFill>
                  <a:srgbClr val="182637"/>
                </a:solidFill>
                <a:latin typeface="Arial"/>
                <a:ea typeface="Arial"/>
                <a:cs typeface="Arial"/>
              </a:defRPr>
            </a:lvl9pPr>
          </a:lstStyle>
          <a:p>
            <a:pPr>
              <a:defRPr sz="1200" b="0">
                <a:solidFill>
                  <a:srgbClr val="182637"/>
                </a:solidFill>
                <a:latin typeface="Arial"/>
                <a:ea typeface="Arial"/>
                <a:cs typeface="Arial"/>
              </a:defRPr>
            </a:pPr>
            <a:r>
              <a:rPr sz="1200" b="0">
                <a:solidFill>
                  <a:srgbClr val="182637"/>
                </a:solidFill>
                <a:latin typeface="Arial"/>
                <a:ea typeface="Arial"/>
                <a:cs typeface="Arial"/>
              </a:rPr>
              <a:t>14 case mỗi provider: happy path, thiếu dữ liệu, tồn kho, lỗi, safety và update</a:t>
            </a:r>
          </a:p>
        </p:txBody>
      </p:sp>
      <p:sp>
        <p:nvSpPr>
          <p:cNvPr id="14" name="Rectangle 13">
            <a:extLst>
              <a:ext uri="{FF2B5EF4-FFF2-40B4-BE49-F238E27FC236}">
                <a16:creationId xmlns:a16="http://schemas.microsoft.com/office/drawing/2014/main" id="{5CD8B467-78C3-47B6-90AB-0C8C618F1824}"/>
              </a:ext>
            </a:extLst>
          </p:cNvPr>
          <p:cNvSpPr>
            <a:spLocks noGrp="1"/>
          </p:cNvSpPr>
          <p:nvPr/>
        </p:nvSpPr>
        <p:spPr>
          <a:xfrm>
            <a:off x="4552950" y="3028950"/>
            <a:ext cx="285750" cy="285750"/>
          </a:xfrm>
          <a:prstGeom prst="rect">
            <a:avLst/>
          </a:prstGeom>
          <a:noFill/>
          <a:ln w="0">
            <a:noFill/>
            <a:prstDash val="solid"/>
          </a:ln>
        </p:spPr>
        <p:txBody>
          <a:bodyPr lIns="0" tIns="0" rIns="0" bIns="0"/>
          <a:lstStyle>
            <a:defPPr>
              <a:defRPr sz="1125" b="1">
                <a:solidFill>
                  <a:srgbClr val="2A7B78"/>
                </a:solidFill>
                <a:latin typeface="Arial"/>
                <a:ea typeface="Arial"/>
                <a:cs typeface="Arial"/>
              </a:defRPr>
            </a:defPPr>
            <a:lvl1pPr>
              <a:defRPr sz="1125" b="1">
                <a:solidFill>
                  <a:srgbClr val="2A7B78"/>
                </a:solidFill>
                <a:latin typeface="Arial"/>
                <a:ea typeface="Arial"/>
                <a:cs typeface="Arial"/>
              </a:defRPr>
            </a:lvl1pPr>
            <a:lvl2pPr>
              <a:defRPr sz="1125" b="1">
                <a:solidFill>
                  <a:srgbClr val="2A7B78"/>
                </a:solidFill>
                <a:latin typeface="Arial"/>
                <a:ea typeface="Arial"/>
                <a:cs typeface="Arial"/>
              </a:defRPr>
            </a:lvl2pPr>
            <a:lvl3pPr>
              <a:defRPr sz="1125" b="1">
                <a:solidFill>
                  <a:srgbClr val="2A7B78"/>
                </a:solidFill>
                <a:latin typeface="Arial"/>
                <a:ea typeface="Arial"/>
                <a:cs typeface="Arial"/>
              </a:defRPr>
            </a:lvl3pPr>
            <a:lvl4pPr>
              <a:defRPr sz="1125" b="1">
                <a:solidFill>
                  <a:srgbClr val="2A7B78"/>
                </a:solidFill>
                <a:latin typeface="Arial"/>
                <a:ea typeface="Arial"/>
                <a:cs typeface="Arial"/>
              </a:defRPr>
            </a:lvl4pPr>
            <a:lvl5pPr>
              <a:defRPr sz="1125" b="1">
                <a:solidFill>
                  <a:srgbClr val="2A7B78"/>
                </a:solidFill>
                <a:latin typeface="Arial"/>
                <a:ea typeface="Arial"/>
                <a:cs typeface="Arial"/>
              </a:defRPr>
            </a:lvl5pPr>
            <a:lvl6pPr>
              <a:defRPr sz="1125" b="1">
                <a:solidFill>
                  <a:srgbClr val="2A7B78"/>
                </a:solidFill>
                <a:latin typeface="Arial"/>
                <a:ea typeface="Arial"/>
                <a:cs typeface="Arial"/>
              </a:defRPr>
            </a:lvl6pPr>
            <a:lvl7pPr>
              <a:defRPr sz="1125" b="1">
                <a:solidFill>
                  <a:srgbClr val="2A7B78"/>
                </a:solidFill>
                <a:latin typeface="Arial"/>
                <a:ea typeface="Arial"/>
                <a:cs typeface="Arial"/>
              </a:defRPr>
            </a:lvl7pPr>
            <a:lvl8pPr>
              <a:defRPr sz="1125" b="1">
                <a:solidFill>
                  <a:srgbClr val="2A7B78"/>
                </a:solidFill>
                <a:latin typeface="Arial"/>
                <a:ea typeface="Arial"/>
                <a:cs typeface="Arial"/>
              </a:defRPr>
            </a:lvl8pPr>
            <a:lvl9pPr>
              <a:defRPr sz="1125" b="1">
                <a:solidFill>
                  <a:srgbClr val="2A7B78"/>
                </a:solidFill>
                <a:latin typeface="Arial"/>
                <a:ea typeface="Arial"/>
                <a:cs typeface="Arial"/>
              </a:defRPr>
            </a:lvl9pPr>
          </a:lstStyle>
          <a:p>
            <a:pPr>
              <a:defRPr sz="1125" b="1">
                <a:solidFill>
                  <a:srgbClr val="2A7B78"/>
                </a:solidFill>
                <a:latin typeface="Arial"/>
                <a:ea typeface="Arial"/>
                <a:cs typeface="Arial"/>
              </a:defRPr>
            </a:pPr>
            <a:r>
              <a:rPr sz="1125" b="1">
                <a:solidFill>
                  <a:srgbClr val="2A7B78"/>
                </a:solidFill>
                <a:latin typeface="Arial"/>
                <a:ea typeface="Arial"/>
                <a:cs typeface="Arial"/>
              </a:rPr>
              <a:t>02</a:t>
            </a:r>
          </a:p>
        </p:txBody>
      </p:sp>
      <p:sp>
        <p:nvSpPr>
          <p:cNvPr id="15" name="Rectangle 14">
            <a:extLst>
              <a:ext uri="{FF2B5EF4-FFF2-40B4-BE49-F238E27FC236}">
                <a16:creationId xmlns:a16="http://schemas.microsoft.com/office/drawing/2014/main" id="{967A2CF0-2EDC-4B92-B23A-F364572F809F}"/>
              </a:ext>
            </a:extLst>
          </p:cNvPr>
          <p:cNvSpPr>
            <a:spLocks noGrp="1"/>
          </p:cNvSpPr>
          <p:nvPr/>
        </p:nvSpPr>
        <p:spPr>
          <a:xfrm>
            <a:off x="4914900" y="3009900"/>
            <a:ext cx="6343650" cy="400050"/>
          </a:xfrm>
          <a:prstGeom prst="rect">
            <a:avLst/>
          </a:prstGeom>
          <a:noFill/>
          <a:ln w="0">
            <a:noFill/>
            <a:prstDash val="solid"/>
          </a:ln>
        </p:spPr>
        <p:txBody>
          <a:bodyPr lIns="0" tIns="0" rIns="0" bIns="0"/>
          <a:lstStyle>
            <a:defPPr>
              <a:defRPr sz="1200" b="0">
                <a:solidFill>
                  <a:srgbClr val="182637"/>
                </a:solidFill>
                <a:latin typeface="Arial"/>
                <a:ea typeface="Arial"/>
                <a:cs typeface="Arial"/>
              </a:defRPr>
            </a:defPPr>
            <a:lvl1pPr>
              <a:defRPr sz="1200" b="0">
                <a:solidFill>
                  <a:srgbClr val="182637"/>
                </a:solidFill>
                <a:latin typeface="Arial"/>
                <a:ea typeface="Arial"/>
                <a:cs typeface="Arial"/>
              </a:defRPr>
            </a:lvl1pPr>
            <a:lvl2pPr>
              <a:defRPr sz="1200" b="0">
                <a:solidFill>
                  <a:srgbClr val="182637"/>
                </a:solidFill>
                <a:latin typeface="Arial"/>
                <a:ea typeface="Arial"/>
                <a:cs typeface="Arial"/>
              </a:defRPr>
            </a:lvl2pPr>
            <a:lvl3pPr>
              <a:defRPr sz="1200" b="0">
                <a:solidFill>
                  <a:srgbClr val="182637"/>
                </a:solidFill>
                <a:latin typeface="Arial"/>
                <a:ea typeface="Arial"/>
                <a:cs typeface="Arial"/>
              </a:defRPr>
            </a:lvl3pPr>
            <a:lvl4pPr>
              <a:defRPr sz="1200" b="0">
                <a:solidFill>
                  <a:srgbClr val="182637"/>
                </a:solidFill>
                <a:latin typeface="Arial"/>
                <a:ea typeface="Arial"/>
                <a:cs typeface="Arial"/>
              </a:defRPr>
            </a:lvl4pPr>
            <a:lvl5pPr>
              <a:defRPr sz="1200" b="0">
                <a:solidFill>
                  <a:srgbClr val="182637"/>
                </a:solidFill>
                <a:latin typeface="Arial"/>
                <a:ea typeface="Arial"/>
                <a:cs typeface="Arial"/>
              </a:defRPr>
            </a:lvl5pPr>
            <a:lvl6pPr>
              <a:defRPr sz="1200" b="0">
                <a:solidFill>
                  <a:srgbClr val="182637"/>
                </a:solidFill>
                <a:latin typeface="Arial"/>
                <a:ea typeface="Arial"/>
                <a:cs typeface="Arial"/>
              </a:defRPr>
            </a:lvl6pPr>
            <a:lvl7pPr>
              <a:defRPr sz="1200" b="0">
                <a:solidFill>
                  <a:srgbClr val="182637"/>
                </a:solidFill>
                <a:latin typeface="Arial"/>
                <a:ea typeface="Arial"/>
                <a:cs typeface="Arial"/>
              </a:defRPr>
            </a:lvl7pPr>
            <a:lvl8pPr>
              <a:defRPr sz="1200" b="0">
                <a:solidFill>
                  <a:srgbClr val="182637"/>
                </a:solidFill>
                <a:latin typeface="Arial"/>
                <a:ea typeface="Arial"/>
                <a:cs typeface="Arial"/>
              </a:defRPr>
            </a:lvl8pPr>
            <a:lvl9pPr>
              <a:defRPr sz="1200" b="0">
                <a:solidFill>
                  <a:srgbClr val="182637"/>
                </a:solidFill>
                <a:latin typeface="Arial"/>
                <a:ea typeface="Arial"/>
                <a:cs typeface="Arial"/>
              </a:defRPr>
            </a:lvl9pPr>
          </a:lstStyle>
          <a:p>
            <a:pPr>
              <a:defRPr sz="1200" b="0">
                <a:solidFill>
                  <a:srgbClr val="182637"/>
                </a:solidFill>
                <a:latin typeface="Arial"/>
                <a:ea typeface="Arial"/>
                <a:cs typeface="Arial"/>
              </a:defRPr>
            </a:pPr>
            <a:r>
              <a:rPr sz="1200" b="0">
                <a:solidFill>
                  <a:srgbClr val="182637"/>
                </a:solidFill>
                <a:latin typeface="Arial"/>
                <a:ea typeface="Arial"/>
                <a:cs typeface="Arial"/>
              </a:rPr>
              <a:t>Đơn của phiên khác bị chặn: 404</a:t>
            </a:r>
          </a:p>
        </p:txBody>
      </p:sp>
      <p:sp>
        <p:nvSpPr>
          <p:cNvPr id="16" name="Rectangle 15">
            <a:extLst>
              <a:ext uri="{FF2B5EF4-FFF2-40B4-BE49-F238E27FC236}">
                <a16:creationId xmlns:a16="http://schemas.microsoft.com/office/drawing/2014/main" id="{A2DAAB3B-A991-4511-BD10-BAAA7E72C4D4}"/>
              </a:ext>
            </a:extLst>
          </p:cNvPr>
          <p:cNvSpPr>
            <a:spLocks noGrp="1"/>
          </p:cNvSpPr>
          <p:nvPr/>
        </p:nvSpPr>
        <p:spPr>
          <a:xfrm>
            <a:off x="4552950" y="3543300"/>
            <a:ext cx="285750" cy="285750"/>
          </a:xfrm>
          <a:prstGeom prst="rect">
            <a:avLst/>
          </a:prstGeom>
          <a:noFill/>
          <a:ln w="0">
            <a:noFill/>
            <a:prstDash val="solid"/>
          </a:ln>
        </p:spPr>
        <p:txBody>
          <a:bodyPr lIns="0" tIns="0" rIns="0" bIns="0"/>
          <a:lstStyle>
            <a:defPPr>
              <a:defRPr sz="1125" b="1">
                <a:solidFill>
                  <a:srgbClr val="2A7B78"/>
                </a:solidFill>
                <a:latin typeface="Arial"/>
                <a:ea typeface="Arial"/>
                <a:cs typeface="Arial"/>
              </a:defRPr>
            </a:defPPr>
            <a:lvl1pPr>
              <a:defRPr sz="1125" b="1">
                <a:solidFill>
                  <a:srgbClr val="2A7B78"/>
                </a:solidFill>
                <a:latin typeface="Arial"/>
                <a:ea typeface="Arial"/>
                <a:cs typeface="Arial"/>
              </a:defRPr>
            </a:lvl1pPr>
            <a:lvl2pPr>
              <a:defRPr sz="1125" b="1">
                <a:solidFill>
                  <a:srgbClr val="2A7B78"/>
                </a:solidFill>
                <a:latin typeface="Arial"/>
                <a:ea typeface="Arial"/>
                <a:cs typeface="Arial"/>
              </a:defRPr>
            </a:lvl2pPr>
            <a:lvl3pPr>
              <a:defRPr sz="1125" b="1">
                <a:solidFill>
                  <a:srgbClr val="2A7B78"/>
                </a:solidFill>
                <a:latin typeface="Arial"/>
                <a:ea typeface="Arial"/>
                <a:cs typeface="Arial"/>
              </a:defRPr>
            </a:lvl3pPr>
            <a:lvl4pPr>
              <a:defRPr sz="1125" b="1">
                <a:solidFill>
                  <a:srgbClr val="2A7B78"/>
                </a:solidFill>
                <a:latin typeface="Arial"/>
                <a:ea typeface="Arial"/>
                <a:cs typeface="Arial"/>
              </a:defRPr>
            </a:lvl4pPr>
            <a:lvl5pPr>
              <a:defRPr sz="1125" b="1">
                <a:solidFill>
                  <a:srgbClr val="2A7B78"/>
                </a:solidFill>
                <a:latin typeface="Arial"/>
                <a:ea typeface="Arial"/>
                <a:cs typeface="Arial"/>
              </a:defRPr>
            </a:lvl5pPr>
            <a:lvl6pPr>
              <a:defRPr sz="1125" b="1">
                <a:solidFill>
                  <a:srgbClr val="2A7B78"/>
                </a:solidFill>
                <a:latin typeface="Arial"/>
                <a:ea typeface="Arial"/>
                <a:cs typeface="Arial"/>
              </a:defRPr>
            </a:lvl6pPr>
            <a:lvl7pPr>
              <a:defRPr sz="1125" b="1">
                <a:solidFill>
                  <a:srgbClr val="2A7B78"/>
                </a:solidFill>
                <a:latin typeface="Arial"/>
                <a:ea typeface="Arial"/>
                <a:cs typeface="Arial"/>
              </a:defRPr>
            </a:lvl7pPr>
            <a:lvl8pPr>
              <a:defRPr sz="1125" b="1">
                <a:solidFill>
                  <a:srgbClr val="2A7B78"/>
                </a:solidFill>
                <a:latin typeface="Arial"/>
                <a:ea typeface="Arial"/>
                <a:cs typeface="Arial"/>
              </a:defRPr>
            </a:lvl8pPr>
            <a:lvl9pPr>
              <a:defRPr sz="1125" b="1">
                <a:solidFill>
                  <a:srgbClr val="2A7B78"/>
                </a:solidFill>
                <a:latin typeface="Arial"/>
                <a:ea typeface="Arial"/>
                <a:cs typeface="Arial"/>
              </a:defRPr>
            </a:lvl9pPr>
          </a:lstStyle>
          <a:p>
            <a:pPr>
              <a:defRPr sz="1125" b="1">
                <a:solidFill>
                  <a:srgbClr val="2A7B78"/>
                </a:solidFill>
                <a:latin typeface="Arial"/>
                <a:ea typeface="Arial"/>
                <a:cs typeface="Arial"/>
              </a:defRPr>
            </a:pPr>
            <a:r>
              <a:rPr sz="1125" b="1">
                <a:solidFill>
                  <a:srgbClr val="2A7B78"/>
                </a:solidFill>
                <a:latin typeface="Arial"/>
                <a:ea typeface="Arial"/>
                <a:cs typeface="Arial"/>
              </a:rPr>
              <a:t>03</a:t>
            </a:r>
          </a:p>
        </p:txBody>
      </p:sp>
      <p:sp>
        <p:nvSpPr>
          <p:cNvPr id="17" name="Rectangle 16">
            <a:extLst>
              <a:ext uri="{FF2B5EF4-FFF2-40B4-BE49-F238E27FC236}">
                <a16:creationId xmlns:a16="http://schemas.microsoft.com/office/drawing/2014/main" id="{1A18189F-17AD-453E-A07A-153930CFEE86}"/>
              </a:ext>
            </a:extLst>
          </p:cNvPr>
          <p:cNvSpPr>
            <a:spLocks noGrp="1"/>
          </p:cNvSpPr>
          <p:nvPr/>
        </p:nvSpPr>
        <p:spPr>
          <a:xfrm>
            <a:off x="4914900" y="3524250"/>
            <a:ext cx="6343650" cy="400050"/>
          </a:xfrm>
          <a:prstGeom prst="rect">
            <a:avLst/>
          </a:prstGeom>
          <a:noFill/>
          <a:ln w="0">
            <a:noFill/>
            <a:prstDash val="solid"/>
          </a:ln>
        </p:spPr>
        <p:txBody>
          <a:bodyPr lIns="0" tIns="0" rIns="0" bIns="0"/>
          <a:lstStyle>
            <a:defPPr>
              <a:defRPr sz="1200" b="0">
                <a:solidFill>
                  <a:srgbClr val="182637"/>
                </a:solidFill>
                <a:latin typeface="Arial"/>
                <a:ea typeface="Arial"/>
                <a:cs typeface="Arial"/>
              </a:defRPr>
            </a:defPPr>
            <a:lvl1pPr>
              <a:defRPr sz="1200" b="0">
                <a:solidFill>
                  <a:srgbClr val="182637"/>
                </a:solidFill>
                <a:latin typeface="Arial"/>
                <a:ea typeface="Arial"/>
                <a:cs typeface="Arial"/>
              </a:defRPr>
            </a:lvl1pPr>
            <a:lvl2pPr>
              <a:defRPr sz="1200" b="0">
                <a:solidFill>
                  <a:srgbClr val="182637"/>
                </a:solidFill>
                <a:latin typeface="Arial"/>
                <a:ea typeface="Arial"/>
                <a:cs typeface="Arial"/>
              </a:defRPr>
            </a:lvl2pPr>
            <a:lvl3pPr>
              <a:defRPr sz="1200" b="0">
                <a:solidFill>
                  <a:srgbClr val="182637"/>
                </a:solidFill>
                <a:latin typeface="Arial"/>
                <a:ea typeface="Arial"/>
                <a:cs typeface="Arial"/>
              </a:defRPr>
            </a:lvl3pPr>
            <a:lvl4pPr>
              <a:defRPr sz="1200" b="0">
                <a:solidFill>
                  <a:srgbClr val="182637"/>
                </a:solidFill>
                <a:latin typeface="Arial"/>
                <a:ea typeface="Arial"/>
                <a:cs typeface="Arial"/>
              </a:defRPr>
            </a:lvl4pPr>
            <a:lvl5pPr>
              <a:defRPr sz="1200" b="0">
                <a:solidFill>
                  <a:srgbClr val="182637"/>
                </a:solidFill>
                <a:latin typeface="Arial"/>
                <a:ea typeface="Arial"/>
                <a:cs typeface="Arial"/>
              </a:defRPr>
            </a:lvl5pPr>
            <a:lvl6pPr>
              <a:defRPr sz="1200" b="0">
                <a:solidFill>
                  <a:srgbClr val="182637"/>
                </a:solidFill>
                <a:latin typeface="Arial"/>
                <a:ea typeface="Arial"/>
                <a:cs typeface="Arial"/>
              </a:defRPr>
            </a:lvl6pPr>
            <a:lvl7pPr>
              <a:defRPr sz="1200" b="0">
                <a:solidFill>
                  <a:srgbClr val="182637"/>
                </a:solidFill>
                <a:latin typeface="Arial"/>
                <a:ea typeface="Arial"/>
                <a:cs typeface="Arial"/>
              </a:defRPr>
            </a:lvl7pPr>
            <a:lvl8pPr>
              <a:defRPr sz="1200" b="0">
                <a:solidFill>
                  <a:srgbClr val="182637"/>
                </a:solidFill>
                <a:latin typeface="Arial"/>
                <a:ea typeface="Arial"/>
                <a:cs typeface="Arial"/>
              </a:defRPr>
            </a:lvl8pPr>
            <a:lvl9pPr>
              <a:defRPr sz="1200" b="0">
                <a:solidFill>
                  <a:srgbClr val="182637"/>
                </a:solidFill>
                <a:latin typeface="Arial"/>
                <a:ea typeface="Arial"/>
                <a:cs typeface="Arial"/>
              </a:defRPr>
            </a:lvl9pPr>
          </a:lstStyle>
          <a:p>
            <a:pPr>
              <a:defRPr sz="1200" b="0">
                <a:solidFill>
                  <a:srgbClr val="182637"/>
                </a:solidFill>
                <a:latin typeface="Arial"/>
                <a:ea typeface="Arial"/>
                <a:cs typeface="Arial"/>
              </a:defRPr>
            </a:pPr>
            <a:r>
              <a:rPr sz="1200" b="0">
                <a:solidFill>
                  <a:srgbClr val="182637"/>
                </a:solidFill>
                <a:latin typeface="Arial"/>
                <a:ea typeface="Arial"/>
                <a:cs typeface="Arial"/>
              </a:rPr>
              <a:t>Giả giá/tồn/state bị từ chối: 422, không tạo đơn</a:t>
            </a:r>
          </a:p>
        </p:txBody>
      </p:sp>
      <p:sp>
        <p:nvSpPr>
          <p:cNvPr id="18" name="Rectangle 17">
            <a:extLst>
              <a:ext uri="{FF2B5EF4-FFF2-40B4-BE49-F238E27FC236}">
                <a16:creationId xmlns:a16="http://schemas.microsoft.com/office/drawing/2014/main" id="{11DFE21F-A0D7-4D61-9AB0-29F26581B721}"/>
              </a:ext>
            </a:extLst>
          </p:cNvPr>
          <p:cNvSpPr>
            <a:spLocks noGrp="1"/>
          </p:cNvSpPr>
          <p:nvPr/>
        </p:nvSpPr>
        <p:spPr>
          <a:xfrm>
            <a:off x="4552950" y="4057650"/>
            <a:ext cx="285750" cy="285750"/>
          </a:xfrm>
          <a:prstGeom prst="rect">
            <a:avLst/>
          </a:prstGeom>
          <a:noFill/>
          <a:ln w="0">
            <a:noFill/>
            <a:prstDash val="solid"/>
          </a:ln>
        </p:spPr>
        <p:txBody>
          <a:bodyPr lIns="0" tIns="0" rIns="0" bIns="0"/>
          <a:lstStyle>
            <a:defPPr>
              <a:defRPr sz="1125" b="1">
                <a:solidFill>
                  <a:srgbClr val="2A7B78"/>
                </a:solidFill>
                <a:latin typeface="Arial"/>
                <a:ea typeface="Arial"/>
                <a:cs typeface="Arial"/>
              </a:defRPr>
            </a:defPPr>
            <a:lvl1pPr>
              <a:defRPr sz="1125" b="1">
                <a:solidFill>
                  <a:srgbClr val="2A7B78"/>
                </a:solidFill>
                <a:latin typeface="Arial"/>
                <a:ea typeface="Arial"/>
                <a:cs typeface="Arial"/>
              </a:defRPr>
            </a:lvl1pPr>
            <a:lvl2pPr>
              <a:defRPr sz="1125" b="1">
                <a:solidFill>
                  <a:srgbClr val="2A7B78"/>
                </a:solidFill>
                <a:latin typeface="Arial"/>
                <a:ea typeface="Arial"/>
                <a:cs typeface="Arial"/>
              </a:defRPr>
            </a:lvl2pPr>
            <a:lvl3pPr>
              <a:defRPr sz="1125" b="1">
                <a:solidFill>
                  <a:srgbClr val="2A7B78"/>
                </a:solidFill>
                <a:latin typeface="Arial"/>
                <a:ea typeface="Arial"/>
                <a:cs typeface="Arial"/>
              </a:defRPr>
            </a:lvl3pPr>
            <a:lvl4pPr>
              <a:defRPr sz="1125" b="1">
                <a:solidFill>
                  <a:srgbClr val="2A7B78"/>
                </a:solidFill>
                <a:latin typeface="Arial"/>
                <a:ea typeface="Arial"/>
                <a:cs typeface="Arial"/>
              </a:defRPr>
            </a:lvl4pPr>
            <a:lvl5pPr>
              <a:defRPr sz="1125" b="1">
                <a:solidFill>
                  <a:srgbClr val="2A7B78"/>
                </a:solidFill>
                <a:latin typeface="Arial"/>
                <a:ea typeface="Arial"/>
                <a:cs typeface="Arial"/>
              </a:defRPr>
            </a:lvl5pPr>
            <a:lvl6pPr>
              <a:defRPr sz="1125" b="1">
                <a:solidFill>
                  <a:srgbClr val="2A7B78"/>
                </a:solidFill>
                <a:latin typeface="Arial"/>
                <a:ea typeface="Arial"/>
                <a:cs typeface="Arial"/>
              </a:defRPr>
            </a:lvl6pPr>
            <a:lvl7pPr>
              <a:defRPr sz="1125" b="1">
                <a:solidFill>
                  <a:srgbClr val="2A7B78"/>
                </a:solidFill>
                <a:latin typeface="Arial"/>
                <a:ea typeface="Arial"/>
                <a:cs typeface="Arial"/>
              </a:defRPr>
            </a:lvl7pPr>
            <a:lvl8pPr>
              <a:defRPr sz="1125" b="1">
                <a:solidFill>
                  <a:srgbClr val="2A7B78"/>
                </a:solidFill>
                <a:latin typeface="Arial"/>
                <a:ea typeface="Arial"/>
                <a:cs typeface="Arial"/>
              </a:defRPr>
            </a:lvl8pPr>
            <a:lvl9pPr>
              <a:defRPr sz="1125" b="1">
                <a:solidFill>
                  <a:srgbClr val="2A7B78"/>
                </a:solidFill>
                <a:latin typeface="Arial"/>
                <a:ea typeface="Arial"/>
                <a:cs typeface="Arial"/>
              </a:defRPr>
            </a:lvl9pPr>
          </a:lstStyle>
          <a:p>
            <a:pPr>
              <a:defRPr sz="1125" b="1">
                <a:solidFill>
                  <a:srgbClr val="2A7B78"/>
                </a:solidFill>
                <a:latin typeface="Arial"/>
                <a:ea typeface="Arial"/>
                <a:cs typeface="Arial"/>
              </a:defRPr>
            </a:pPr>
            <a:r>
              <a:rPr sz="1125" b="1">
                <a:solidFill>
                  <a:srgbClr val="2A7B78"/>
                </a:solidFill>
                <a:latin typeface="Arial"/>
                <a:ea typeface="Arial"/>
                <a:cs typeface="Arial"/>
              </a:rPr>
              <a:t>04</a:t>
            </a:r>
          </a:p>
        </p:txBody>
      </p:sp>
      <p:sp>
        <p:nvSpPr>
          <p:cNvPr id="19" name="Rectangle 18">
            <a:extLst>
              <a:ext uri="{FF2B5EF4-FFF2-40B4-BE49-F238E27FC236}">
                <a16:creationId xmlns:a16="http://schemas.microsoft.com/office/drawing/2014/main" id="{97E308F6-87F0-49BC-BAEB-FE35DEFFE4B7}"/>
              </a:ext>
            </a:extLst>
          </p:cNvPr>
          <p:cNvSpPr>
            <a:spLocks noGrp="1"/>
          </p:cNvSpPr>
          <p:nvPr/>
        </p:nvSpPr>
        <p:spPr>
          <a:xfrm>
            <a:off x="4914900" y="4038600"/>
            <a:ext cx="6343650" cy="400050"/>
          </a:xfrm>
          <a:prstGeom prst="rect">
            <a:avLst/>
          </a:prstGeom>
          <a:noFill/>
          <a:ln w="0">
            <a:noFill/>
            <a:prstDash val="solid"/>
          </a:ln>
        </p:spPr>
        <p:txBody>
          <a:bodyPr lIns="0" tIns="0" rIns="0" bIns="0"/>
          <a:lstStyle>
            <a:defPPr>
              <a:defRPr sz="1200" b="0">
                <a:solidFill>
                  <a:srgbClr val="182637"/>
                </a:solidFill>
                <a:latin typeface="Arial"/>
                <a:ea typeface="Arial"/>
                <a:cs typeface="Arial"/>
              </a:defRPr>
            </a:defPPr>
            <a:lvl1pPr>
              <a:defRPr sz="1200" b="0">
                <a:solidFill>
                  <a:srgbClr val="182637"/>
                </a:solidFill>
                <a:latin typeface="Arial"/>
                <a:ea typeface="Arial"/>
                <a:cs typeface="Arial"/>
              </a:defRPr>
            </a:lvl1pPr>
            <a:lvl2pPr>
              <a:defRPr sz="1200" b="0">
                <a:solidFill>
                  <a:srgbClr val="182637"/>
                </a:solidFill>
                <a:latin typeface="Arial"/>
                <a:ea typeface="Arial"/>
                <a:cs typeface="Arial"/>
              </a:defRPr>
            </a:lvl2pPr>
            <a:lvl3pPr>
              <a:defRPr sz="1200" b="0">
                <a:solidFill>
                  <a:srgbClr val="182637"/>
                </a:solidFill>
                <a:latin typeface="Arial"/>
                <a:ea typeface="Arial"/>
                <a:cs typeface="Arial"/>
              </a:defRPr>
            </a:lvl3pPr>
            <a:lvl4pPr>
              <a:defRPr sz="1200" b="0">
                <a:solidFill>
                  <a:srgbClr val="182637"/>
                </a:solidFill>
                <a:latin typeface="Arial"/>
                <a:ea typeface="Arial"/>
                <a:cs typeface="Arial"/>
              </a:defRPr>
            </a:lvl4pPr>
            <a:lvl5pPr>
              <a:defRPr sz="1200" b="0">
                <a:solidFill>
                  <a:srgbClr val="182637"/>
                </a:solidFill>
                <a:latin typeface="Arial"/>
                <a:ea typeface="Arial"/>
                <a:cs typeface="Arial"/>
              </a:defRPr>
            </a:lvl5pPr>
            <a:lvl6pPr>
              <a:defRPr sz="1200" b="0">
                <a:solidFill>
                  <a:srgbClr val="182637"/>
                </a:solidFill>
                <a:latin typeface="Arial"/>
                <a:ea typeface="Arial"/>
                <a:cs typeface="Arial"/>
              </a:defRPr>
            </a:lvl6pPr>
            <a:lvl7pPr>
              <a:defRPr sz="1200" b="0">
                <a:solidFill>
                  <a:srgbClr val="182637"/>
                </a:solidFill>
                <a:latin typeface="Arial"/>
                <a:ea typeface="Arial"/>
                <a:cs typeface="Arial"/>
              </a:defRPr>
            </a:lvl7pPr>
            <a:lvl8pPr>
              <a:defRPr sz="1200" b="0">
                <a:solidFill>
                  <a:srgbClr val="182637"/>
                </a:solidFill>
                <a:latin typeface="Arial"/>
                <a:ea typeface="Arial"/>
                <a:cs typeface="Arial"/>
              </a:defRPr>
            </a:lvl8pPr>
            <a:lvl9pPr>
              <a:defRPr sz="1200" b="0">
                <a:solidFill>
                  <a:srgbClr val="182637"/>
                </a:solidFill>
                <a:latin typeface="Arial"/>
                <a:ea typeface="Arial"/>
                <a:cs typeface="Arial"/>
              </a:defRPr>
            </a:lvl9pPr>
          </a:lstStyle>
          <a:p>
            <a:pPr>
              <a:defRPr sz="1200" b="0">
                <a:solidFill>
                  <a:srgbClr val="182637"/>
                </a:solidFill>
                <a:latin typeface="Arial"/>
                <a:ea typeface="Arial"/>
                <a:cs typeface="Arial"/>
              </a:defRPr>
            </a:pPr>
            <a:r>
              <a:rPr sz="1200" b="0">
                <a:solidFill>
                  <a:srgbClr val="182637"/>
                </a:solidFill>
                <a:latin typeface="Arial"/>
                <a:ea typeface="Arial"/>
                <a:cs typeface="Arial"/>
              </a:rPr>
              <a:t>Frontend build và browser smoke đã đạt</a:t>
            </a:r>
          </a:p>
        </p:txBody>
      </p:sp>
      <p:sp>
        <p:nvSpPr>
          <p:cNvPr id="20" name="Rectangle 19">
            <a:extLst>
              <a:ext uri="{FF2B5EF4-FFF2-40B4-BE49-F238E27FC236}">
                <a16:creationId xmlns:a16="http://schemas.microsoft.com/office/drawing/2014/main" id="{5BB95AE6-A212-4E0F-9725-4D705954D052}"/>
              </a:ext>
            </a:extLst>
          </p:cNvPr>
          <p:cNvSpPr>
            <a:spLocks noGrp="1"/>
          </p:cNvSpPr>
          <p:nvPr/>
        </p:nvSpPr>
        <p:spPr>
          <a:xfrm>
            <a:off x="4552950" y="4724400"/>
            <a:ext cx="6705600" cy="9525"/>
          </a:xfrm>
          <a:prstGeom prst="rect">
            <a:avLst/>
          </a:prstGeom>
          <a:solidFill>
            <a:srgbClr val="D9D8D0"/>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BB80337-373B-4AE1-86F8-6A8CB3478A42}"/>
              </a:ext>
            </a:extLst>
          </p:cNvPr>
          <p:cNvSpPr>
            <a:spLocks noGrp="1"/>
          </p:cNvSpPr>
          <p:nvPr/>
        </p:nvSpPr>
        <p:spPr>
          <a:xfrm>
            <a:off x="4552950" y="4972050"/>
            <a:ext cx="6762750" cy="285750"/>
          </a:xfrm>
          <a:prstGeom prst="rect">
            <a:avLst/>
          </a:prstGeom>
          <a:noFill/>
          <a:ln w="0">
            <a:noFill/>
            <a:prstDash val="solid"/>
          </a:ln>
        </p:spPr>
        <p:txBody>
          <a:bodyPr lIns="0" tIns="0" rIns="0" bIns="0"/>
          <a:lstStyle>
            <a:defPPr>
              <a:defRPr sz="1125" b="1">
                <a:solidFill>
                  <a:srgbClr val="EF7055"/>
                </a:solidFill>
                <a:latin typeface="Arial"/>
                <a:ea typeface="Arial"/>
                <a:cs typeface="Arial"/>
              </a:defRPr>
            </a:defPPr>
            <a:lvl1pPr>
              <a:defRPr sz="1125" b="1">
                <a:solidFill>
                  <a:srgbClr val="EF7055"/>
                </a:solidFill>
                <a:latin typeface="Arial"/>
                <a:ea typeface="Arial"/>
                <a:cs typeface="Arial"/>
              </a:defRPr>
            </a:lvl1pPr>
            <a:lvl2pPr>
              <a:defRPr sz="1125" b="1">
                <a:solidFill>
                  <a:srgbClr val="EF7055"/>
                </a:solidFill>
                <a:latin typeface="Arial"/>
                <a:ea typeface="Arial"/>
                <a:cs typeface="Arial"/>
              </a:defRPr>
            </a:lvl2pPr>
            <a:lvl3pPr>
              <a:defRPr sz="1125" b="1">
                <a:solidFill>
                  <a:srgbClr val="EF7055"/>
                </a:solidFill>
                <a:latin typeface="Arial"/>
                <a:ea typeface="Arial"/>
                <a:cs typeface="Arial"/>
              </a:defRPr>
            </a:lvl3pPr>
            <a:lvl4pPr>
              <a:defRPr sz="1125" b="1">
                <a:solidFill>
                  <a:srgbClr val="EF7055"/>
                </a:solidFill>
                <a:latin typeface="Arial"/>
                <a:ea typeface="Arial"/>
                <a:cs typeface="Arial"/>
              </a:defRPr>
            </a:lvl4pPr>
            <a:lvl5pPr>
              <a:defRPr sz="1125" b="1">
                <a:solidFill>
                  <a:srgbClr val="EF7055"/>
                </a:solidFill>
                <a:latin typeface="Arial"/>
                <a:ea typeface="Arial"/>
                <a:cs typeface="Arial"/>
              </a:defRPr>
            </a:lvl5pPr>
            <a:lvl6pPr>
              <a:defRPr sz="1125" b="1">
                <a:solidFill>
                  <a:srgbClr val="EF7055"/>
                </a:solidFill>
                <a:latin typeface="Arial"/>
                <a:ea typeface="Arial"/>
                <a:cs typeface="Arial"/>
              </a:defRPr>
            </a:lvl6pPr>
            <a:lvl7pPr>
              <a:defRPr sz="1125" b="1">
                <a:solidFill>
                  <a:srgbClr val="EF7055"/>
                </a:solidFill>
                <a:latin typeface="Arial"/>
                <a:ea typeface="Arial"/>
                <a:cs typeface="Arial"/>
              </a:defRPr>
            </a:lvl7pPr>
            <a:lvl8pPr>
              <a:defRPr sz="1125" b="1">
                <a:solidFill>
                  <a:srgbClr val="EF7055"/>
                </a:solidFill>
                <a:latin typeface="Arial"/>
                <a:ea typeface="Arial"/>
                <a:cs typeface="Arial"/>
              </a:defRPr>
            </a:lvl8pPr>
            <a:lvl9pPr>
              <a:defRPr sz="1125" b="1">
                <a:solidFill>
                  <a:srgbClr val="EF7055"/>
                </a:solidFill>
                <a:latin typeface="Arial"/>
                <a:ea typeface="Arial"/>
                <a:cs typeface="Arial"/>
              </a:defRPr>
            </a:lvl9pPr>
          </a:lstStyle>
          <a:p>
            <a:pPr>
              <a:defRPr sz="1125" b="1">
                <a:solidFill>
                  <a:srgbClr val="EF7055"/>
                </a:solidFill>
                <a:latin typeface="Arial"/>
                <a:ea typeface="Arial"/>
                <a:cs typeface="Arial"/>
              </a:defRPr>
            </a:pPr>
            <a:endParaRPr sz="1125" b="1" dirty="0">
              <a:solidFill>
                <a:srgbClr val="EF7055"/>
              </a:solidFill>
              <a:latin typeface="Arial"/>
              <a:ea typeface="Arial"/>
              <a:cs typeface="Arial"/>
            </a:endParaRPr>
          </a:p>
        </p:txBody>
      </p:sp>
      <p:sp>
        <p:nvSpPr>
          <p:cNvPr id="22" name="Rectangle 21">
            <a:extLst>
              <a:ext uri="{FF2B5EF4-FFF2-40B4-BE49-F238E27FC236}">
                <a16:creationId xmlns:a16="http://schemas.microsoft.com/office/drawing/2014/main" id="{212B5F5A-080D-4D70-91F2-AB9CB83A9058}"/>
              </a:ext>
            </a:extLst>
          </p:cNvPr>
          <p:cNvSpPr>
            <a:spLocks noGrp="1"/>
          </p:cNvSpPr>
          <p:nvPr/>
        </p:nvSpPr>
        <p:spPr>
          <a:xfrm>
            <a:off x="4552950" y="5410200"/>
            <a:ext cx="6667500" cy="304800"/>
          </a:xfrm>
          <a:prstGeom prst="rect">
            <a:avLst/>
          </a:prstGeom>
          <a:noFill/>
          <a:ln w="0">
            <a:noFill/>
            <a:prstDash val="solid"/>
          </a:ln>
        </p:spPr>
        <p:txBody>
          <a:bodyPr lIns="0" tIns="0" rIns="0" bIns="0"/>
          <a:lstStyle>
            <a:defPPr>
              <a:defRPr sz="1200" b="0">
                <a:solidFill>
                  <a:srgbClr val="65717D"/>
                </a:solidFill>
                <a:latin typeface="Arial"/>
                <a:ea typeface="Arial"/>
                <a:cs typeface="Arial"/>
              </a:defRPr>
            </a:defPPr>
            <a:lvl1pPr>
              <a:defRPr sz="1200" b="0">
                <a:solidFill>
                  <a:srgbClr val="65717D"/>
                </a:solidFill>
                <a:latin typeface="Arial"/>
                <a:ea typeface="Arial"/>
                <a:cs typeface="Arial"/>
              </a:defRPr>
            </a:lvl1pPr>
            <a:lvl2pPr>
              <a:defRPr sz="1200" b="0">
                <a:solidFill>
                  <a:srgbClr val="65717D"/>
                </a:solidFill>
                <a:latin typeface="Arial"/>
                <a:ea typeface="Arial"/>
                <a:cs typeface="Arial"/>
              </a:defRPr>
            </a:lvl2pPr>
            <a:lvl3pPr>
              <a:defRPr sz="1200" b="0">
                <a:solidFill>
                  <a:srgbClr val="65717D"/>
                </a:solidFill>
                <a:latin typeface="Arial"/>
                <a:ea typeface="Arial"/>
                <a:cs typeface="Arial"/>
              </a:defRPr>
            </a:lvl3pPr>
            <a:lvl4pPr>
              <a:defRPr sz="1200" b="0">
                <a:solidFill>
                  <a:srgbClr val="65717D"/>
                </a:solidFill>
                <a:latin typeface="Arial"/>
                <a:ea typeface="Arial"/>
                <a:cs typeface="Arial"/>
              </a:defRPr>
            </a:lvl4pPr>
            <a:lvl5pPr>
              <a:defRPr sz="1200" b="0">
                <a:solidFill>
                  <a:srgbClr val="65717D"/>
                </a:solidFill>
                <a:latin typeface="Arial"/>
                <a:ea typeface="Arial"/>
                <a:cs typeface="Arial"/>
              </a:defRPr>
            </a:lvl5pPr>
            <a:lvl6pPr>
              <a:defRPr sz="1200" b="0">
                <a:solidFill>
                  <a:srgbClr val="65717D"/>
                </a:solidFill>
                <a:latin typeface="Arial"/>
                <a:ea typeface="Arial"/>
                <a:cs typeface="Arial"/>
              </a:defRPr>
            </a:lvl6pPr>
            <a:lvl7pPr>
              <a:defRPr sz="1200" b="0">
                <a:solidFill>
                  <a:srgbClr val="65717D"/>
                </a:solidFill>
                <a:latin typeface="Arial"/>
                <a:ea typeface="Arial"/>
                <a:cs typeface="Arial"/>
              </a:defRPr>
            </a:lvl7pPr>
            <a:lvl8pPr>
              <a:defRPr sz="1200" b="0">
                <a:solidFill>
                  <a:srgbClr val="65717D"/>
                </a:solidFill>
                <a:latin typeface="Arial"/>
                <a:ea typeface="Arial"/>
                <a:cs typeface="Arial"/>
              </a:defRPr>
            </a:lvl8pPr>
            <a:lvl9pPr>
              <a:defRPr sz="1200" b="0">
                <a:solidFill>
                  <a:srgbClr val="65717D"/>
                </a:solidFill>
                <a:latin typeface="Arial"/>
                <a:ea typeface="Arial"/>
                <a:cs typeface="Arial"/>
              </a:defRPr>
            </a:lvl9pPr>
          </a:lstStyle>
          <a:p>
            <a:pPr>
              <a:defRPr sz="1200" b="0">
                <a:solidFill>
                  <a:srgbClr val="65717D"/>
                </a:solidFill>
                <a:latin typeface="Arial"/>
                <a:ea typeface="Arial"/>
                <a:cs typeface="Arial"/>
              </a:defRPr>
            </a:pPr>
            <a:endParaRPr sz="1200" b="0" dirty="0">
              <a:solidFill>
                <a:srgbClr val="65717D"/>
              </a:solidFill>
              <a:latin typeface="Arial"/>
              <a:ea typeface="Arial"/>
              <a:cs typeface="Arial"/>
            </a:endParaRPr>
          </a:p>
        </p:txBody>
      </p:sp>
    </p:spTree>
    <p:extLst>
      <p:ext uri="{BB962C8B-B14F-4D97-AF65-F5344CB8AC3E}">
        <p14:creationId xmlns:p14="http://schemas.microsoft.com/office/powerpoint/2010/main" val="108194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D2C"/>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D0291B9-70D9-49DF-9DF8-F531521FC3AE}"/>
              </a:ext>
            </a:extLst>
          </p:cNvPr>
          <p:cNvSpPr>
            <a:spLocks noGrp="1"/>
          </p:cNvSpPr>
          <p:nvPr/>
        </p:nvSpPr>
        <p:spPr>
          <a:xfrm>
            <a:off x="742950" y="571500"/>
            <a:ext cx="3810000" cy="247650"/>
          </a:xfrm>
          <a:prstGeom prst="rect">
            <a:avLst/>
          </a:prstGeom>
          <a:noFill/>
          <a:ln w="0">
            <a:noFill/>
            <a:prstDash val="solid"/>
          </a:ln>
        </p:spPr>
        <p:txBody>
          <a:bodyPr lIns="0" tIns="0" rIns="0" bIns="0"/>
          <a:lstStyle>
            <a:defPPr>
              <a:defRPr sz="1125" b="1">
                <a:solidFill>
                  <a:srgbClr val="E7B75E"/>
                </a:solidFill>
                <a:latin typeface="Arial"/>
                <a:ea typeface="Arial"/>
                <a:cs typeface="Arial"/>
              </a:defRPr>
            </a:defPPr>
            <a:lvl1pPr>
              <a:defRPr sz="1125" b="1">
                <a:solidFill>
                  <a:srgbClr val="E7B75E"/>
                </a:solidFill>
                <a:latin typeface="Arial"/>
                <a:ea typeface="Arial"/>
                <a:cs typeface="Arial"/>
              </a:defRPr>
            </a:lvl1pPr>
            <a:lvl2pPr>
              <a:defRPr sz="1125" b="1">
                <a:solidFill>
                  <a:srgbClr val="E7B75E"/>
                </a:solidFill>
                <a:latin typeface="Arial"/>
                <a:ea typeface="Arial"/>
                <a:cs typeface="Arial"/>
              </a:defRPr>
            </a:lvl2pPr>
            <a:lvl3pPr>
              <a:defRPr sz="1125" b="1">
                <a:solidFill>
                  <a:srgbClr val="E7B75E"/>
                </a:solidFill>
                <a:latin typeface="Arial"/>
                <a:ea typeface="Arial"/>
                <a:cs typeface="Arial"/>
              </a:defRPr>
            </a:lvl3pPr>
            <a:lvl4pPr>
              <a:defRPr sz="1125" b="1">
                <a:solidFill>
                  <a:srgbClr val="E7B75E"/>
                </a:solidFill>
                <a:latin typeface="Arial"/>
                <a:ea typeface="Arial"/>
                <a:cs typeface="Arial"/>
              </a:defRPr>
            </a:lvl4pPr>
            <a:lvl5pPr>
              <a:defRPr sz="1125" b="1">
                <a:solidFill>
                  <a:srgbClr val="E7B75E"/>
                </a:solidFill>
                <a:latin typeface="Arial"/>
                <a:ea typeface="Arial"/>
                <a:cs typeface="Arial"/>
              </a:defRPr>
            </a:lvl5pPr>
            <a:lvl6pPr>
              <a:defRPr sz="1125" b="1">
                <a:solidFill>
                  <a:srgbClr val="E7B75E"/>
                </a:solidFill>
                <a:latin typeface="Arial"/>
                <a:ea typeface="Arial"/>
                <a:cs typeface="Arial"/>
              </a:defRPr>
            </a:lvl6pPr>
            <a:lvl7pPr>
              <a:defRPr sz="1125" b="1">
                <a:solidFill>
                  <a:srgbClr val="E7B75E"/>
                </a:solidFill>
                <a:latin typeface="Arial"/>
                <a:ea typeface="Arial"/>
                <a:cs typeface="Arial"/>
              </a:defRPr>
            </a:lvl7pPr>
            <a:lvl8pPr>
              <a:defRPr sz="1125" b="1">
                <a:solidFill>
                  <a:srgbClr val="E7B75E"/>
                </a:solidFill>
                <a:latin typeface="Arial"/>
                <a:ea typeface="Arial"/>
                <a:cs typeface="Arial"/>
              </a:defRPr>
            </a:lvl8pPr>
            <a:lvl9pPr>
              <a:defRPr sz="1125" b="1">
                <a:solidFill>
                  <a:srgbClr val="E7B75E"/>
                </a:solidFill>
                <a:latin typeface="Arial"/>
                <a:ea typeface="Arial"/>
                <a:cs typeface="Arial"/>
              </a:defRPr>
            </a:lvl9pPr>
          </a:lstStyle>
          <a:p>
            <a:pPr>
              <a:defRPr sz="1125" b="1">
                <a:solidFill>
                  <a:srgbClr val="E7B75E"/>
                </a:solidFill>
                <a:latin typeface="Arial"/>
                <a:ea typeface="Arial"/>
                <a:cs typeface="Arial"/>
              </a:defRPr>
            </a:pPr>
            <a:r>
              <a:rPr sz="1125" b="1" dirty="0">
                <a:solidFill>
                  <a:srgbClr val="E7B75E"/>
                </a:solidFill>
                <a:latin typeface="Arial"/>
                <a:ea typeface="Arial"/>
                <a:cs typeface="Arial"/>
              </a:rPr>
              <a:t>KẾT LUẬN</a:t>
            </a:r>
          </a:p>
        </p:txBody>
      </p:sp>
      <p:sp>
        <p:nvSpPr>
          <p:cNvPr id="2" name="Rectangle 1">
            <a:extLst>
              <a:ext uri="{FF2B5EF4-FFF2-40B4-BE49-F238E27FC236}">
                <a16:creationId xmlns:a16="http://schemas.microsoft.com/office/drawing/2014/main" id="{C407D8BE-9E41-4453-AC60-0256B9D24DFF}"/>
              </a:ext>
            </a:extLst>
          </p:cNvPr>
          <p:cNvSpPr>
            <a:spLocks noGrp="1"/>
          </p:cNvSpPr>
          <p:nvPr/>
        </p:nvSpPr>
        <p:spPr>
          <a:xfrm>
            <a:off x="742950" y="1219200"/>
            <a:ext cx="8572500" cy="1428750"/>
          </a:xfrm>
          <a:prstGeom prst="rect">
            <a:avLst/>
          </a:prstGeom>
          <a:noFill/>
          <a:ln w="0">
            <a:noFill/>
            <a:prstDash val="solid"/>
          </a:ln>
        </p:spPr>
        <p:txBody>
          <a:bodyPr lIns="0" tIns="0" rIns="0" bIns="0"/>
          <a:lstStyle>
            <a:defPPr>
              <a:defRPr sz="3000" b="1">
                <a:solidFill>
                  <a:srgbClr val="FFFFFF"/>
                </a:solidFill>
                <a:latin typeface="Arial"/>
                <a:ea typeface="Arial"/>
                <a:cs typeface="Arial"/>
              </a:defRPr>
            </a:defPPr>
            <a:lvl1pPr>
              <a:defRPr sz="3000" b="1">
                <a:solidFill>
                  <a:srgbClr val="FFFFFF"/>
                </a:solidFill>
                <a:latin typeface="Arial"/>
                <a:ea typeface="Arial"/>
                <a:cs typeface="Arial"/>
              </a:defRPr>
            </a:lvl1pPr>
            <a:lvl2pPr>
              <a:defRPr sz="3000" b="1">
                <a:solidFill>
                  <a:srgbClr val="FFFFFF"/>
                </a:solidFill>
                <a:latin typeface="Arial"/>
                <a:ea typeface="Arial"/>
                <a:cs typeface="Arial"/>
              </a:defRPr>
            </a:lvl2pPr>
            <a:lvl3pPr>
              <a:defRPr sz="3000" b="1">
                <a:solidFill>
                  <a:srgbClr val="FFFFFF"/>
                </a:solidFill>
                <a:latin typeface="Arial"/>
                <a:ea typeface="Arial"/>
                <a:cs typeface="Arial"/>
              </a:defRPr>
            </a:lvl3pPr>
            <a:lvl4pPr>
              <a:defRPr sz="3000" b="1">
                <a:solidFill>
                  <a:srgbClr val="FFFFFF"/>
                </a:solidFill>
                <a:latin typeface="Arial"/>
                <a:ea typeface="Arial"/>
                <a:cs typeface="Arial"/>
              </a:defRPr>
            </a:lvl4pPr>
            <a:lvl5pPr>
              <a:defRPr sz="3000" b="1">
                <a:solidFill>
                  <a:srgbClr val="FFFFFF"/>
                </a:solidFill>
                <a:latin typeface="Arial"/>
                <a:ea typeface="Arial"/>
                <a:cs typeface="Arial"/>
              </a:defRPr>
            </a:lvl5pPr>
            <a:lvl6pPr>
              <a:defRPr sz="3000" b="1">
                <a:solidFill>
                  <a:srgbClr val="FFFFFF"/>
                </a:solidFill>
                <a:latin typeface="Arial"/>
                <a:ea typeface="Arial"/>
                <a:cs typeface="Arial"/>
              </a:defRPr>
            </a:lvl6pPr>
            <a:lvl7pPr>
              <a:defRPr sz="3000" b="1">
                <a:solidFill>
                  <a:srgbClr val="FFFFFF"/>
                </a:solidFill>
                <a:latin typeface="Arial"/>
                <a:ea typeface="Arial"/>
                <a:cs typeface="Arial"/>
              </a:defRPr>
            </a:lvl7pPr>
            <a:lvl8pPr>
              <a:defRPr sz="3000" b="1">
                <a:solidFill>
                  <a:srgbClr val="FFFFFF"/>
                </a:solidFill>
                <a:latin typeface="Arial"/>
                <a:ea typeface="Arial"/>
                <a:cs typeface="Arial"/>
              </a:defRPr>
            </a:lvl8pPr>
            <a:lvl9pPr>
              <a:defRPr sz="3000" b="1">
                <a:solidFill>
                  <a:srgbClr val="FFFFFF"/>
                </a:solidFill>
                <a:latin typeface="Arial"/>
                <a:ea typeface="Arial"/>
                <a:cs typeface="Arial"/>
              </a:defRPr>
            </a:lvl9pPr>
          </a:lstStyle>
          <a:p>
            <a:pPr>
              <a:defRPr sz="3000" b="1">
                <a:solidFill>
                  <a:srgbClr val="FFFFFF"/>
                </a:solidFill>
                <a:latin typeface="Arial"/>
                <a:ea typeface="Arial"/>
                <a:cs typeface="Arial"/>
              </a:defRPr>
            </a:pPr>
            <a:r>
              <a:rPr sz="3000" b="1">
                <a:solidFill>
                  <a:srgbClr val="FFFFFF"/>
                </a:solidFill>
                <a:latin typeface="Arial"/>
                <a:ea typeface="Arial"/>
                <a:cs typeface="Arial"/>
              </a:rPr>
              <a:t>LLM đọc câu chat.</a:t>
            </a:r>
          </a:p>
          <a:p>
            <a:pPr>
              <a:defRPr sz="3000" b="1">
                <a:solidFill>
                  <a:srgbClr val="FFFFFF"/>
                </a:solidFill>
                <a:latin typeface="Arial"/>
                <a:ea typeface="Arial"/>
                <a:cs typeface="Arial"/>
              </a:defRPr>
            </a:pPr>
            <a:r>
              <a:rPr sz="3000" b="1">
                <a:solidFill>
                  <a:srgbClr val="FFFFFF"/>
                </a:solidFill>
                <a:latin typeface="Arial"/>
                <a:ea typeface="Arial"/>
                <a:cs typeface="Arial"/>
              </a:rPr>
              <a:t>Backend kiểm tra trước khi hành động.</a:t>
            </a:r>
          </a:p>
        </p:txBody>
      </p:sp>
      <p:sp>
        <p:nvSpPr>
          <p:cNvPr id="3" name="Rectangle 2">
            <a:extLst>
              <a:ext uri="{FF2B5EF4-FFF2-40B4-BE49-F238E27FC236}">
                <a16:creationId xmlns:a16="http://schemas.microsoft.com/office/drawing/2014/main" id="{23F31B47-D81B-45B2-9223-1572609519DF}"/>
              </a:ext>
            </a:extLst>
          </p:cNvPr>
          <p:cNvSpPr>
            <a:spLocks noGrp="1"/>
          </p:cNvSpPr>
          <p:nvPr/>
        </p:nvSpPr>
        <p:spPr>
          <a:xfrm>
            <a:off x="742950" y="3009900"/>
            <a:ext cx="685800" cy="47625"/>
          </a:xfrm>
          <a:prstGeom prst="rect">
            <a:avLst/>
          </a:prstGeom>
          <a:solidFill>
            <a:srgbClr val="EF7055"/>
          </a:solidFill>
          <a:ln w="0">
            <a:noFill/>
            <a:prstDash val="solid"/>
          </a:ln>
        </p:spPr>
        <p:txBody>
          <a:bodyPr/>
          <a:lstStyle/>
          <a:p>
            <a:endParaRPr lang="en-US"/>
          </a:p>
        </p:txBody>
      </p:sp>
      <p:sp>
        <p:nvSpPr>
          <p:cNvPr id="4" name="Rectangle 3">
            <a:extLst>
              <a:ext uri="{FF2B5EF4-FFF2-40B4-BE49-F238E27FC236}">
                <a16:creationId xmlns:a16="http://schemas.microsoft.com/office/drawing/2014/main" id="{E41D1A9C-4E42-4DEE-94EB-A4B59BAEDDC8}"/>
              </a:ext>
            </a:extLst>
          </p:cNvPr>
          <p:cNvSpPr>
            <a:spLocks noGrp="1"/>
          </p:cNvSpPr>
          <p:nvPr/>
        </p:nvSpPr>
        <p:spPr>
          <a:xfrm>
            <a:off x="742950" y="3714750"/>
            <a:ext cx="438150" cy="266700"/>
          </a:xfrm>
          <a:prstGeom prst="rect">
            <a:avLst/>
          </a:prstGeom>
          <a:noFill/>
          <a:ln w="0">
            <a:noFill/>
            <a:prstDash val="solid"/>
          </a:ln>
        </p:spPr>
        <p:txBody>
          <a:bodyPr lIns="0" tIns="0" rIns="0" bIns="0"/>
          <a:lstStyle>
            <a:defPPr>
              <a:defRPr sz="1275" b="1">
                <a:solidFill>
                  <a:srgbClr val="E7B75E"/>
                </a:solidFill>
                <a:latin typeface="Arial"/>
                <a:ea typeface="Arial"/>
                <a:cs typeface="Arial"/>
              </a:defRPr>
            </a:defPPr>
            <a:lvl1pPr>
              <a:defRPr sz="1275" b="1">
                <a:solidFill>
                  <a:srgbClr val="E7B75E"/>
                </a:solidFill>
                <a:latin typeface="Arial"/>
                <a:ea typeface="Arial"/>
                <a:cs typeface="Arial"/>
              </a:defRPr>
            </a:lvl1pPr>
            <a:lvl2pPr>
              <a:defRPr sz="1275" b="1">
                <a:solidFill>
                  <a:srgbClr val="E7B75E"/>
                </a:solidFill>
                <a:latin typeface="Arial"/>
                <a:ea typeface="Arial"/>
                <a:cs typeface="Arial"/>
              </a:defRPr>
            </a:lvl2pPr>
            <a:lvl3pPr>
              <a:defRPr sz="1275" b="1">
                <a:solidFill>
                  <a:srgbClr val="E7B75E"/>
                </a:solidFill>
                <a:latin typeface="Arial"/>
                <a:ea typeface="Arial"/>
                <a:cs typeface="Arial"/>
              </a:defRPr>
            </a:lvl3pPr>
            <a:lvl4pPr>
              <a:defRPr sz="1275" b="1">
                <a:solidFill>
                  <a:srgbClr val="E7B75E"/>
                </a:solidFill>
                <a:latin typeface="Arial"/>
                <a:ea typeface="Arial"/>
                <a:cs typeface="Arial"/>
              </a:defRPr>
            </a:lvl4pPr>
            <a:lvl5pPr>
              <a:defRPr sz="1275" b="1">
                <a:solidFill>
                  <a:srgbClr val="E7B75E"/>
                </a:solidFill>
                <a:latin typeface="Arial"/>
                <a:ea typeface="Arial"/>
                <a:cs typeface="Arial"/>
              </a:defRPr>
            </a:lvl5pPr>
            <a:lvl6pPr>
              <a:defRPr sz="1275" b="1">
                <a:solidFill>
                  <a:srgbClr val="E7B75E"/>
                </a:solidFill>
                <a:latin typeface="Arial"/>
                <a:ea typeface="Arial"/>
                <a:cs typeface="Arial"/>
              </a:defRPr>
            </a:lvl6pPr>
            <a:lvl7pPr>
              <a:defRPr sz="1275" b="1">
                <a:solidFill>
                  <a:srgbClr val="E7B75E"/>
                </a:solidFill>
                <a:latin typeface="Arial"/>
                <a:ea typeface="Arial"/>
                <a:cs typeface="Arial"/>
              </a:defRPr>
            </a:lvl7pPr>
            <a:lvl8pPr>
              <a:defRPr sz="1275" b="1">
                <a:solidFill>
                  <a:srgbClr val="E7B75E"/>
                </a:solidFill>
                <a:latin typeface="Arial"/>
                <a:ea typeface="Arial"/>
                <a:cs typeface="Arial"/>
              </a:defRPr>
            </a:lvl8pPr>
            <a:lvl9pPr>
              <a:defRPr sz="1275" b="1">
                <a:solidFill>
                  <a:srgbClr val="E7B75E"/>
                </a:solidFill>
                <a:latin typeface="Arial"/>
                <a:ea typeface="Arial"/>
                <a:cs typeface="Arial"/>
              </a:defRPr>
            </a:lvl9pPr>
          </a:lstStyle>
          <a:p>
            <a:pPr>
              <a:defRPr sz="1275" b="1">
                <a:solidFill>
                  <a:srgbClr val="E7B75E"/>
                </a:solidFill>
                <a:latin typeface="Arial"/>
                <a:ea typeface="Arial"/>
                <a:cs typeface="Arial"/>
              </a:defRPr>
            </a:pPr>
            <a:r>
              <a:rPr sz="1275" b="1">
                <a:solidFill>
                  <a:srgbClr val="E7B75E"/>
                </a:solidFill>
                <a:latin typeface="Arial"/>
                <a:ea typeface="Arial"/>
                <a:cs typeface="Arial"/>
              </a:rPr>
              <a:t>01</a:t>
            </a:r>
          </a:p>
        </p:txBody>
      </p:sp>
      <p:sp>
        <p:nvSpPr>
          <p:cNvPr id="5" name="Rectangle 4">
            <a:extLst>
              <a:ext uri="{FF2B5EF4-FFF2-40B4-BE49-F238E27FC236}">
                <a16:creationId xmlns:a16="http://schemas.microsoft.com/office/drawing/2014/main" id="{EC174D2A-A1A0-4A01-941D-CB8F8090811E}"/>
              </a:ext>
            </a:extLst>
          </p:cNvPr>
          <p:cNvSpPr>
            <a:spLocks noGrp="1"/>
          </p:cNvSpPr>
          <p:nvPr/>
        </p:nvSpPr>
        <p:spPr>
          <a:xfrm>
            <a:off x="742950" y="4114800"/>
            <a:ext cx="3238500" cy="381000"/>
          </a:xfrm>
          <a:prstGeom prst="rect">
            <a:avLst/>
          </a:prstGeom>
          <a:noFill/>
          <a:ln w="0">
            <a:noFill/>
            <a:prstDash val="solid"/>
          </a:ln>
        </p:spPr>
        <p:txBody>
          <a:bodyPr lIns="0" tIns="0" rIns="0" bIns="0"/>
          <a:lstStyle>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a:pPr>
              <a:defRPr sz="1650" b="1">
                <a:solidFill>
                  <a:srgbClr val="FFFFFF"/>
                </a:solidFill>
                <a:latin typeface="Arial"/>
                <a:ea typeface="Arial"/>
                <a:cs typeface="Arial"/>
              </a:defRPr>
            </a:pPr>
            <a:r>
              <a:rPr sz="1650" b="1" dirty="0" err="1">
                <a:solidFill>
                  <a:srgbClr val="FFFFFF"/>
                </a:solidFill>
                <a:latin typeface="Arial"/>
                <a:ea typeface="Arial"/>
                <a:cs typeface="Arial"/>
              </a:rPr>
              <a:t>Thử</a:t>
            </a:r>
            <a:r>
              <a:rPr sz="1650" b="1" dirty="0">
                <a:solidFill>
                  <a:srgbClr val="FFFFFF"/>
                </a:solidFill>
                <a:latin typeface="Arial"/>
                <a:ea typeface="Arial"/>
                <a:cs typeface="Arial"/>
              </a:rPr>
              <a:t> </a:t>
            </a:r>
            <a:r>
              <a:rPr lang="en-US" dirty="0" err="1"/>
              <a:t>trên</a:t>
            </a:r>
            <a:r>
              <a:rPr lang="en-US" dirty="0"/>
              <a:t> </a:t>
            </a:r>
            <a:r>
              <a:rPr lang="en-US" dirty="0" err="1"/>
              <a:t>nhiều</a:t>
            </a:r>
            <a:r>
              <a:rPr lang="en-US" dirty="0"/>
              <a:t> </a:t>
            </a:r>
            <a:r>
              <a:rPr lang="en-US" dirty="0" err="1"/>
              <a:t>nền</a:t>
            </a:r>
            <a:r>
              <a:rPr lang="en-US" dirty="0"/>
              <a:t> </a:t>
            </a:r>
            <a:r>
              <a:rPr lang="en-US" dirty="0" err="1"/>
              <a:t>tảng</a:t>
            </a:r>
            <a:endParaRPr sz="1650" b="1" dirty="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4BE17578-36A8-47C9-AAF3-4E0D3BE0DB33}"/>
              </a:ext>
            </a:extLst>
          </p:cNvPr>
          <p:cNvSpPr>
            <a:spLocks noGrp="1"/>
          </p:cNvSpPr>
          <p:nvPr/>
        </p:nvSpPr>
        <p:spPr>
          <a:xfrm>
            <a:off x="742950" y="4629150"/>
            <a:ext cx="3238500" cy="476250"/>
          </a:xfrm>
          <a:prstGeom prst="rect">
            <a:avLst/>
          </a:prstGeom>
          <a:noFill/>
          <a:ln w="0">
            <a:noFill/>
            <a:prstDash val="solid"/>
          </a:ln>
        </p:spPr>
        <p:txBody>
          <a:bodyPr lIns="0" tIns="0" rIns="0" bIns="0"/>
          <a:lstStyle>
            <a:defPPr>
              <a:defRPr sz="1200" b="0">
                <a:solidFill>
                  <a:srgbClr val="C3CED8"/>
                </a:solidFill>
                <a:latin typeface="Arial"/>
                <a:ea typeface="Arial"/>
                <a:cs typeface="Arial"/>
              </a:defRPr>
            </a:defPPr>
            <a:lvl1pPr>
              <a:defRPr sz="1200" b="0">
                <a:solidFill>
                  <a:srgbClr val="C3CED8"/>
                </a:solidFill>
                <a:latin typeface="Arial"/>
                <a:ea typeface="Arial"/>
                <a:cs typeface="Arial"/>
              </a:defRPr>
            </a:lvl1pPr>
            <a:lvl2pPr>
              <a:defRPr sz="1200" b="0">
                <a:solidFill>
                  <a:srgbClr val="C3CED8"/>
                </a:solidFill>
                <a:latin typeface="Arial"/>
                <a:ea typeface="Arial"/>
                <a:cs typeface="Arial"/>
              </a:defRPr>
            </a:lvl2pPr>
            <a:lvl3pPr>
              <a:defRPr sz="1200" b="0">
                <a:solidFill>
                  <a:srgbClr val="C3CED8"/>
                </a:solidFill>
                <a:latin typeface="Arial"/>
                <a:ea typeface="Arial"/>
                <a:cs typeface="Arial"/>
              </a:defRPr>
            </a:lvl3pPr>
            <a:lvl4pPr>
              <a:defRPr sz="1200" b="0">
                <a:solidFill>
                  <a:srgbClr val="C3CED8"/>
                </a:solidFill>
                <a:latin typeface="Arial"/>
                <a:ea typeface="Arial"/>
                <a:cs typeface="Arial"/>
              </a:defRPr>
            </a:lvl4pPr>
            <a:lvl5pPr>
              <a:defRPr sz="1200" b="0">
                <a:solidFill>
                  <a:srgbClr val="C3CED8"/>
                </a:solidFill>
                <a:latin typeface="Arial"/>
                <a:ea typeface="Arial"/>
                <a:cs typeface="Arial"/>
              </a:defRPr>
            </a:lvl5pPr>
            <a:lvl6pPr>
              <a:defRPr sz="1200" b="0">
                <a:solidFill>
                  <a:srgbClr val="C3CED8"/>
                </a:solidFill>
                <a:latin typeface="Arial"/>
                <a:ea typeface="Arial"/>
                <a:cs typeface="Arial"/>
              </a:defRPr>
            </a:lvl6pPr>
            <a:lvl7pPr>
              <a:defRPr sz="1200" b="0">
                <a:solidFill>
                  <a:srgbClr val="C3CED8"/>
                </a:solidFill>
                <a:latin typeface="Arial"/>
                <a:ea typeface="Arial"/>
                <a:cs typeface="Arial"/>
              </a:defRPr>
            </a:lvl7pPr>
            <a:lvl8pPr>
              <a:defRPr sz="1200" b="0">
                <a:solidFill>
                  <a:srgbClr val="C3CED8"/>
                </a:solidFill>
                <a:latin typeface="Arial"/>
                <a:ea typeface="Arial"/>
                <a:cs typeface="Arial"/>
              </a:defRPr>
            </a:lvl8pPr>
            <a:lvl9pPr>
              <a:defRPr sz="1200" b="0">
                <a:solidFill>
                  <a:srgbClr val="C3CED8"/>
                </a:solidFill>
                <a:latin typeface="Arial"/>
                <a:ea typeface="Arial"/>
                <a:cs typeface="Arial"/>
              </a:defRPr>
            </a:lvl9pPr>
          </a:lstStyle>
          <a:p>
            <a:pPr>
              <a:defRPr sz="1200" b="0">
                <a:solidFill>
                  <a:srgbClr val="C3CED8"/>
                </a:solidFill>
                <a:latin typeface="Arial"/>
                <a:ea typeface="Arial"/>
                <a:cs typeface="Arial"/>
              </a:defRPr>
            </a:pPr>
            <a:r>
              <a:rPr sz="1200" b="0" dirty="0" err="1">
                <a:solidFill>
                  <a:srgbClr val="C3CED8"/>
                </a:solidFill>
                <a:latin typeface="Arial"/>
                <a:ea typeface="Arial"/>
                <a:cs typeface="Arial"/>
              </a:rPr>
              <a:t>Kiểm</a:t>
            </a:r>
            <a:r>
              <a:rPr sz="1200" b="0" dirty="0">
                <a:solidFill>
                  <a:srgbClr val="C3CED8"/>
                </a:solidFill>
                <a:latin typeface="Arial"/>
                <a:ea typeface="Arial"/>
                <a:cs typeface="Arial"/>
              </a:rPr>
              <a:t> </a:t>
            </a:r>
            <a:r>
              <a:rPr sz="1200" b="0" dirty="0" err="1">
                <a:solidFill>
                  <a:srgbClr val="C3CED8"/>
                </a:solidFill>
                <a:latin typeface="Arial"/>
                <a:ea typeface="Arial"/>
                <a:cs typeface="Arial"/>
              </a:rPr>
              <a:t>tra</a:t>
            </a:r>
            <a:r>
              <a:rPr sz="1200" b="0" dirty="0">
                <a:solidFill>
                  <a:srgbClr val="C3CED8"/>
                </a:solidFill>
                <a:latin typeface="Arial"/>
                <a:ea typeface="Arial"/>
                <a:cs typeface="Arial"/>
              </a:rPr>
              <a:t> browser</a:t>
            </a:r>
            <a:r>
              <a:rPr lang="en-US" sz="1200" b="0" dirty="0">
                <a:solidFill>
                  <a:srgbClr val="C3CED8"/>
                </a:solidFill>
                <a:latin typeface="Arial"/>
                <a:ea typeface="Arial"/>
                <a:cs typeface="Arial"/>
              </a:rPr>
              <a:t> </a:t>
            </a:r>
            <a:r>
              <a:rPr lang="en-US" sz="1200" b="0" dirty="0" err="1">
                <a:solidFill>
                  <a:srgbClr val="C3CED8"/>
                </a:solidFill>
                <a:latin typeface="Arial"/>
                <a:ea typeface="Arial"/>
                <a:cs typeface="Arial"/>
              </a:rPr>
              <a:t>và</a:t>
            </a:r>
            <a:r>
              <a:rPr lang="en-US" sz="1200" b="0" dirty="0">
                <a:solidFill>
                  <a:srgbClr val="C3CED8"/>
                </a:solidFill>
                <a:latin typeface="Arial"/>
                <a:ea typeface="Arial"/>
                <a:cs typeface="Arial"/>
              </a:rPr>
              <a:t> smartphone</a:t>
            </a:r>
            <a:endParaRPr sz="1200" b="0" dirty="0">
              <a:solidFill>
                <a:srgbClr val="C3CED8"/>
              </a:solidFill>
              <a:latin typeface="Arial"/>
              <a:ea typeface="Arial"/>
              <a:cs typeface="Arial"/>
            </a:endParaRPr>
          </a:p>
        </p:txBody>
      </p:sp>
      <p:sp>
        <p:nvSpPr>
          <p:cNvPr id="7" name="Rectangle 6">
            <a:extLst>
              <a:ext uri="{FF2B5EF4-FFF2-40B4-BE49-F238E27FC236}">
                <a16:creationId xmlns:a16="http://schemas.microsoft.com/office/drawing/2014/main" id="{4D96068C-608F-4919-BC35-9EF6C901C303}"/>
              </a:ext>
            </a:extLst>
          </p:cNvPr>
          <p:cNvSpPr>
            <a:spLocks noGrp="1"/>
          </p:cNvSpPr>
          <p:nvPr/>
        </p:nvSpPr>
        <p:spPr>
          <a:xfrm>
            <a:off x="4438650" y="3714750"/>
            <a:ext cx="438150" cy="266700"/>
          </a:xfrm>
          <a:prstGeom prst="rect">
            <a:avLst/>
          </a:prstGeom>
          <a:noFill/>
          <a:ln w="0">
            <a:noFill/>
            <a:prstDash val="solid"/>
          </a:ln>
        </p:spPr>
        <p:txBody>
          <a:bodyPr lIns="0" tIns="0" rIns="0" bIns="0"/>
          <a:lstStyle>
            <a:defPPr>
              <a:defRPr sz="1275" b="1">
                <a:solidFill>
                  <a:srgbClr val="E7B75E"/>
                </a:solidFill>
                <a:latin typeface="Arial"/>
                <a:ea typeface="Arial"/>
                <a:cs typeface="Arial"/>
              </a:defRPr>
            </a:defPPr>
            <a:lvl1pPr>
              <a:defRPr sz="1275" b="1">
                <a:solidFill>
                  <a:srgbClr val="E7B75E"/>
                </a:solidFill>
                <a:latin typeface="Arial"/>
                <a:ea typeface="Arial"/>
                <a:cs typeface="Arial"/>
              </a:defRPr>
            </a:lvl1pPr>
            <a:lvl2pPr>
              <a:defRPr sz="1275" b="1">
                <a:solidFill>
                  <a:srgbClr val="E7B75E"/>
                </a:solidFill>
                <a:latin typeface="Arial"/>
                <a:ea typeface="Arial"/>
                <a:cs typeface="Arial"/>
              </a:defRPr>
            </a:lvl2pPr>
            <a:lvl3pPr>
              <a:defRPr sz="1275" b="1">
                <a:solidFill>
                  <a:srgbClr val="E7B75E"/>
                </a:solidFill>
                <a:latin typeface="Arial"/>
                <a:ea typeface="Arial"/>
                <a:cs typeface="Arial"/>
              </a:defRPr>
            </a:lvl3pPr>
            <a:lvl4pPr>
              <a:defRPr sz="1275" b="1">
                <a:solidFill>
                  <a:srgbClr val="E7B75E"/>
                </a:solidFill>
                <a:latin typeface="Arial"/>
                <a:ea typeface="Arial"/>
                <a:cs typeface="Arial"/>
              </a:defRPr>
            </a:lvl4pPr>
            <a:lvl5pPr>
              <a:defRPr sz="1275" b="1">
                <a:solidFill>
                  <a:srgbClr val="E7B75E"/>
                </a:solidFill>
                <a:latin typeface="Arial"/>
                <a:ea typeface="Arial"/>
                <a:cs typeface="Arial"/>
              </a:defRPr>
            </a:lvl5pPr>
            <a:lvl6pPr>
              <a:defRPr sz="1275" b="1">
                <a:solidFill>
                  <a:srgbClr val="E7B75E"/>
                </a:solidFill>
                <a:latin typeface="Arial"/>
                <a:ea typeface="Arial"/>
                <a:cs typeface="Arial"/>
              </a:defRPr>
            </a:lvl6pPr>
            <a:lvl7pPr>
              <a:defRPr sz="1275" b="1">
                <a:solidFill>
                  <a:srgbClr val="E7B75E"/>
                </a:solidFill>
                <a:latin typeface="Arial"/>
                <a:ea typeface="Arial"/>
                <a:cs typeface="Arial"/>
              </a:defRPr>
            </a:lvl7pPr>
            <a:lvl8pPr>
              <a:defRPr sz="1275" b="1">
                <a:solidFill>
                  <a:srgbClr val="E7B75E"/>
                </a:solidFill>
                <a:latin typeface="Arial"/>
                <a:ea typeface="Arial"/>
                <a:cs typeface="Arial"/>
              </a:defRPr>
            </a:lvl8pPr>
            <a:lvl9pPr>
              <a:defRPr sz="1275" b="1">
                <a:solidFill>
                  <a:srgbClr val="E7B75E"/>
                </a:solidFill>
                <a:latin typeface="Arial"/>
                <a:ea typeface="Arial"/>
                <a:cs typeface="Arial"/>
              </a:defRPr>
            </a:lvl9pPr>
          </a:lstStyle>
          <a:p>
            <a:pPr>
              <a:defRPr sz="1275" b="1">
                <a:solidFill>
                  <a:srgbClr val="E7B75E"/>
                </a:solidFill>
                <a:latin typeface="Arial"/>
                <a:ea typeface="Arial"/>
                <a:cs typeface="Arial"/>
              </a:defRPr>
            </a:pPr>
            <a:r>
              <a:rPr sz="1275" b="1">
                <a:solidFill>
                  <a:srgbClr val="E7B75E"/>
                </a:solidFill>
                <a:latin typeface="Arial"/>
                <a:ea typeface="Arial"/>
                <a:cs typeface="Arial"/>
              </a:rPr>
              <a:t>02</a:t>
            </a:r>
          </a:p>
        </p:txBody>
      </p:sp>
      <p:sp>
        <p:nvSpPr>
          <p:cNvPr id="8" name="Rectangle 7">
            <a:extLst>
              <a:ext uri="{FF2B5EF4-FFF2-40B4-BE49-F238E27FC236}">
                <a16:creationId xmlns:a16="http://schemas.microsoft.com/office/drawing/2014/main" id="{7003F6FA-D4B0-4435-AC45-5892DB7A5992}"/>
              </a:ext>
            </a:extLst>
          </p:cNvPr>
          <p:cNvSpPr>
            <a:spLocks noGrp="1"/>
          </p:cNvSpPr>
          <p:nvPr/>
        </p:nvSpPr>
        <p:spPr>
          <a:xfrm>
            <a:off x="4438650" y="4114800"/>
            <a:ext cx="3238500" cy="381000"/>
          </a:xfrm>
          <a:prstGeom prst="rect">
            <a:avLst/>
          </a:prstGeom>
          <a:noFill/>
          <a:ln w="0">
            <a:noFill/>
            <a:prstDash val="solid"/>
          </a:ln>
        </p:spPr>
        <p:txBody>
          <a:bodyPr lIns="0" tIns="0" rIns="0" bIns="0"/>
          <a:lstStyle>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a:pPr>
              <a:defRPr sz="1650" b="1">
                <a:solidFill>
                  <a:srgbClr val="FFFFFF"/>
                </a:solidFill>
                <a:latin typeface="Arial"/>
                <a:ea typeface="Arial"/>
                <a:cs typeface="Arial"/>
              </a:defRPr>
            </a:pPr>
            <a:r>
              <a:rPr lang="en-US" dirty="0"/>
              <a:t>Thu </a:t>
            </a:r>
            <a:r>
              <a:rPr lang="en-US" dirty="0" err="1"/>
              <a:t>thập</a:t>
            </a:r>
            <a:r>
              <a:rPr lang="en-US" dirty="0"/>
              <a:t> </a:t>
            </a:r>
            <a:r>
              <a:rPr lang="en-US" dirty="0" err="1"/>
              <a:t>đánh</a:t>
            </a:r>
            <a:r>
              <a:rPr lang="en-US" dirty="0"/>
              <a:t> </a:t>
            </a:r>
            <a:r>
              <a:rPr lang="en-US" dirty="0" err="1"/>
              <a:t>giá</a:t>
            </a:r>
            <a:endParaRPr sz="1650" b="1" dirty="0">
              <a:solidFill>
                <a:srgbClr val="FFFFFF"/>
              </a:solidFill>
              <a:latin typeface="Arial"/>
              <a:ea typeface="Arial"/>
              <a:cs typeface="Arial"/>
            </a:endParaRPr>
          </a:p>
        </p:txBody>
      </p:sp>
      <p:sp>
        <p:nvSpPr>
          <p:cNvPr id="9" name="Rectangle 8">
            <a:extLst>
              <a:ext uri="{FF2B5EF4-FFF2-40B4-BE49-F238E27FC236}">
                <a16:creationId xmlns:a16="http://schemas.microsoft.com/office/drawing/2014/main" id="{57C01784-7F42-4021-8701-092FF8E900AE}"/>
              </a:ext>
            </a:extLst>
          </p:cNvPr>
          <p:cNvSpPr>
            <a:spLocks noGrp="1"/>
          </p:cNvSpPr>
          <p:nvPr/>
        </p:nvSpPr>
        <p:spPr>
          <a:xfrm>
            <a:off x="4438650" y="4629150"/>
            <a:ext cx="3238500" cy="476250"/>
          </a:xfrm>
          <a:prstGeom prst="rect">
            <a:avLst/>
          </a:prstGeom>
          <a:noFill/>
          <a:ln w="0">
            <a:noFill/>
            <a:prstDash val="solid"/>
          </a:ln>
        </p:spPr>
        <p:txBody>
          <a:bodyPr lIns="0" tIns="0" rIns="0" bIns="0"/>
          <a:lstStyle>
            <a:defPPr>
              <a:defRPr sz="1200" b="0">
                <a:solidFill>
                  <a:srgbClr val="C3CED8"/>
                </a:solidFill>
                <a:latin typeface="Arial"/>
                <a:ea typeface="Arial"/>
                <a:cs typeface="Arial"/>
              </a:defRPr>
            </a:defPPr>
            <a:lvl1pPr>
              <a:defRPr sz="1200" b="0">
                <a:solidFill>
                  <a:srgbClr val="C3CED8"/>
                </a:solidFill>
                <a:latin typeface="Arial"/>
                <a:ea typeface="Arial"/>
                <a:cs typeface="Arial"/>
              </a:defRPr>
            </a:lvl1pPr>
            <a:lvl2pPr>
              <a:defRPr sz="1200" b="0">
                <a:solidFill>
                  <a:srgbClr val="C3CED8"/>
                </a:solidFill>
                <a:latin typeface="Arial"/>
                <a:ea typeface="Arial"/>
                <a:cs typeface="Arial"/>
              </a:defRPr>
            </a:lvl2pPr>
            <a:lvl3pPr>
              <a:defRPr sz="1200" b="0">
                <a:solidFill>
                  <a:srgbClr val="C3CED8"/>
                </a:solidFill>
                <a:latin typeface="Arial"/>
                <a:ea typeface="Arial"/>
                <a:cs typeface="Arial"/>
              </a:defRPr>
            </a:lvl3pPr>
            <a:lvl4pPr>
              <a:defRPr sz="1200" b="0">
                <a:solidFill>
                  <a:srgbClr val="C3CED8"/>
                </a:solidFill>
                <a:latin typeface="Arial"/>
                <a:ea typeface="Arial"/>
                <a:cs typeface="Arial"/>
              </a:defRPr>
            </a:lvl4pPr>
            <a:lvl5pPr>
              <a:defRPr sz="1200" b="0">
                <a:solidFill>
                  <a:srgbClr val="C3CED8"/>
                </a:solidFill>
                <a:latin typeface="Arial"/>
                <a:ea typeface="Arial"/>
                <a:cs typeface="Arial"/>
              </a:defRPr>
            </a:lvl5pPr>
            <a:lvl6pPr>
              <a:defRPr sz="1200" b="0">
                <a:solidFill>
                  <a:srgbClr val="C3CED8"/>
                </a:solidFill>
                <a:latin typeface="Arial"/>
                <a:ea typeface="Arial"/>
                <a:cs typeface="Arial"/>
              </a:defRPr>
            </a:lvl6pPr>
            <a:lvl7pPr>
              <a:defRPr sz="1200" b="0">
                <a:solidFill>
                  <a:srgbClr val="C3CED8"/>
                </a:solidFill>
                <a:latin typeface="Arial"/>
                <a:ea typeface="Arial"/>
                <a:cs typeface="Arial"/>
              </a:defRPr>
            </a:lvl7pPr>
            <a:lvl8pPr>
              <a:defRPr sz="1200" b="0">
                <a:solidFill>
                  <a:srgbClr val="C3CED8"/>
                </a:solidFill>
                <a:latin typeface="Arial"/>
                <a:ea typeface="Arial"/>
                <a:cs typeface="Arial"/>
              </a:defRPr>
            </a:lvl8pPr>
            <a:lvl9pPr>
              <a:defRPr sz="1200" b="0">
                <a:solidFill>
                  <a:srgbClr val="C3CED8"/>
                </a:solidFill>
                <a:latin typeface="Arial"/>
                <a:ea typeface="Arial"/>
                <a:cs typeface="Arial"/>
              </a:defRPr>
            </a:lvl9pPr>
          </a:lstStyle>
          <a:p>
            <a:pPr>
              <a:defRPr sz="1200" b="0">
                <a:solidFill>
                  <a:srgbClr val="C3CED8"/>
                </a:solidFill>
                <a:latin typeface="Arial"/>
                <a:ea typeface="Arial"/>
                <a:cs typeface="Arial"/>
              </a:defRPr>
            </a:pPr>
            <a:r>
              <a:rPr sz="1200" b="0">
                <a:solidFill>
                  <a:srgbClr val="C3CED8"/>
                </a:solidFill>
                <a:latin typeface="Arial"/>
                <a:ea typeface="Arial"/>
                <a:cs typeface="Arial"/>
              </a:rPr>
              <a:t>Chấm độ rõ ràng và hữu ích</a:t>
            </a:r>
          </a:p>
        </p:txBody>
      </p:sp>
      <p:sp>
        <p:nvSpPr>
          <p:cNvPr id="10" name="Rectangle 9">
            <a:extLst>
              <a:ext uri="{FF2B5EF4-FFF2-40B4-BE49-F238E27FC236}">
                <a16:creationId xmlns:a16="http://schemas.microsoft.com/office/drawing/2014/main" id="{0292E9FE-BFBE-491F-A61E-86271755EA5D}"/>
              </a:ext>
            </a:extLst>
          </p:cNvPr>
          <p:cNvSpPr>
            <a:spLocks noGrp="1"/>
          </p:cNvSpPr>
          <p:nvPr/>
        </p:nvSpPr>
        <p:spPr>
          <a:xfrm>
            <a:off x="8134350" y="3714750"/>
            <a:ext cx="438150" cy="266700"/>
          </a:xfrm>
          <a:prstGeom prst="rect">
            <a:avLst/>
          </a:prstGeom>
          <a:noFill/>
          <a:ln w="0">
            <a:noFill/>
            <a:prstDash val="solid"/>
          </a:ln>
        </p:spPr>
        <p:txBody>
          <a:bodyPr lIns="0" tIns="0" rIns="0" bIns="0"/>
          <a:lstStyle>
            <a:defPPr>
              <a:defRPr sz="1275" b="1">
                <a:solidFill>
                  <a:srgbClr val="E7B75E"/>
                </a:solidFill>
                <a:latin typeface="Arial"/>
                <a:ea typeface="Arial"/>
                <a:cs typeface="Arial"/>
              </a:defRPr>
            </a:defPPr>
            <a:lvl1pPr>
              <a:defRPr sz="1275" b="1">
                <a:solidFill>
                  <a:srgbClr val="E7B75E"/>
                </a:solidFill>
                <a:latin typeface="Arial"/>
                <a:ea typeface="Arial"/>
                <a:cs typeface="Arial"/>
              </a:defRPr>
            </a:lvl1pPr>
            <a:lvl2pPr>
              <a:defRPr sz="1275" b="1">
                <a:solidFill>
                  <a:srgbClr val="E7B75E"/>
                </a:solidFill>
                <a:latin typeface="Arial"/>
                <a:ea typeface="Arial"/>
                <a:cs typeface="Arial"/>
              </a:defRPr>
            </a:lvl2pPr>
            <a:lvl3pPr>
              <a:defRPr sz="1275" b="1">
                <a:solidFill>
                  <a:srgbClr val="E7B75E"/>
                </a:solidFill>
                <a:latin typeface="Arial"/>
                <a:ea typeface="Arial"/>
                <a:cs typeface="Arial"/>
              </a:defRPr>
            </a:lvl3pPr>
            <a:lvl4pPr>
              <a:defRPr sz="1275" b="1">
                <a:solidFill>
                  <a:srgbClr val="E7B75E"/>
                </a:solidFill>
                <a:latin typeface="Arial"/>
                <a:ea typeface="Arial"/>
                <a:cs typeface="Arial"/>
              </a:defRPr>
            </a:lvl4pPr>
            <a:lvl5pPr>
              <a:defRPr sz="1275" b="1">
                <a:solidFill>
                  <a:srgbClr val="E7B75E"/>
                </a:solidFill>
                <a:latin typeface="Arial"/>
                <a:ea typeface="Arial"/>
                <a:cs typeface="Arial"/>
              </a:defRPr>
            </a:lvl5pPr>
            <a:lvl6pPr>
              <a:defRPr sz="1275" b="1">
                <a:solidFill>
                  <a:srgbClr val="E7B75E"/>
                </a:solidFill>
                <a:latin typeface="Arial"/>
                <a:ea typeface="Arial"/>
                <a:cs typeface="Arial"/>
              </a:defRPr>
            </a:lvl6pPr>
            <a:lvl7pPr>
              <a:defRPr sz="1275" b="1">
                <a:solidFill>
                  <a:srgbClr val="E7B75E"/>
                </a:solidFill>
                <a:latin typeface="Arial"/>
                <a:ea typeface="Arial"/>
                <a:cs typeface="Arial"/>
              </a:defRPr>
            </a:lvl7pPr>
            <a:lvl8pPr>
              <a:defRPr sz="1275" b="1">
                <a:solidFill>
                  <a:srgbClr val="E7B75E"/>
                </a:solidFill>
                <a:latin typeface="Arial"/>
                <a:ea typeface="Arial"/>
                <a:cs typeface="Arial"/>
              </a:defRPr>
            </a:lvl8pPr>
            <a:lvl9pPr>
              <a:defRPr sz="1275" b="1">
                <a:solidFill>
                  <a:srgbClr val="E7B75E"/>
                </a:solidFill>
                <a:latin typeface="Arial"/>
                <a:ea typeface="Arial"/>
                <a:cs typeface="Arial"/>
              </a:defRPr>
            </a:lvl9pPr>
          </a:lstStyle>
          <a:p>
            <a:pPr>
              <a:defRPr sz="1275" b="1">
                <a:solidFill>
                  <a:srgbClr val="E7B75E"/>
                </a:solidFill>
                <a:latin typeface="Arial"/>
                <a:ea typeface="Arial"/>
                <a:cs typeface="Arial"/>
              </a:defRPr>
            </a:pPr>
            <a:r>
              <a:rPr sz="1275" b="1">
                <a:solidFill>
                  <a:srgbClr val="E7B75E"/>
                </a:solidFill>
                <a:latin typeface="Arial"/>
                <a:ea typeface="Arial"/>
                <a:cs typeface="Arial"/>
              </a:rPr>
              <a:t>03</a:t>
            </a:r>
          </a:p>
        </p:txBody>
      </p:sp>
      <p:sp>
        <p:nvSpPr>
          <p:cNvPr id="11" name="Rectangle 10">
            <a:extLst>
              <a:ext uri="{FF2B5EF4-FFF2-40B4-BE49-F238E27FC236}">
                <a16:creationId xmlns:a16="http://schemas.microsoft.com/office/drawing/2014/main" id="{C0D6DB54-4B5F-42A3-85B3-F37A450D1630}"/>
              </a:ext>
            </a:extLst>
          </p:cNvPr>
          <p:cNvSpPr>
            <a:spLocks noGrp="1"/>
          </p:cNvSpPr>
          <p:nvPr/>
        </p:nvSpPr>
        <p:spPr>
          <a:xfrm>
            <a:off x="8134350" y="4114800"/>
            <a:ext cx="3238500" cy="381000"/>
          </a:xfrm>
          <a:prstGeom prst="rect">
            <a:avLst/>
          </a:prstGeom>
          <a:noFill/>
          <a:ln w="0">
            <a:noFill/>
            <a:prstDash val="solid"/>
          </a:ln>
        </p:spPr>
        <p:txBody>
          <a:bodyPr lIns="0" tIns="0" rIns="0" bIns="0"/>
          <a:lstStyle>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a:pPr>
              <a:defRPr sz="1650" b="1">
                <a:solidFill>
                  <a:srgbClr val="FFFFFF"/>
                </a:solidFill>
                <a:latin typeface="Arial"/>
                <a:ea typeface="Arial"/>
                <a:cs typeface="Arial"/>
              </a:defRPr>
            </a:pPr>
            <a:r>
              <a:rPr sz="1650" b="1">
                <a:solidFill>
                  <a:srgbClr val="FFFFFF"/>
                </a:solidFill>
                <a:latin typeface="Arial"/>
                <a:ea typeface="Arial"/>
                <a:cs typeface="Arial"/>
              </a:rPr>
              <a:t>Nếu đưa lên production</a:t>
            </a:r>
          </a:p>
        </p:txBody>
      </p:sp>
      <p:sp>
        <p:nvSpPr>
          <p:cNvPr id="12" name="Rectangle 11">
            <a:extLst>
              <a:ext uri="{FF2B5EF4-FFF2-40B4-BE49-F238E27FC236}">
                <a16:creationId xmlns:a16="http://schemas.microsoft.com/office/drawing/2014/main" id="{BAD36EFA-D469-4859-9125-C041A725559A}"/>
              </a:ext>
            </a:extLst>
          </p:cNvPr>
          <p:cNvSpPr>
            <a:spLocks noGrp="1"/>
          </p:cNvSpPr>
          <p:nvPr/>
        </p:nvSpPr>
        <p:spPr>
          <a:xfrm>
            <a:off x="8134350" y="4629150"/>
            <a:ext cx="3238500" cy="476250"/>
          </a:xfrm>
          <a:prstGeom prst="rect">
            <a:avLst/>
          </a:prstGeom>
          <a:noFill/>
          <a:ln w="0">
            <a:noFill/>
            <a:prstDash val="solid"/>
          </a:ln>
        </p:spPr>
        <p:txBody>
          <a:bodyPr lIns="0" tIns="0" rIns="0" bIns="0"/>
          <a:lstStyle>
            <a:defPPr>
              <a:defRPr sz="1200" b="0">
                <a:solidFill>
                  <a:srgbClr val="C3CED8"/>
                </a:solidFill>
                <a:latin typeface="Arial"/>
                <a:ea typeface="Arial"/>
                <a:cs typeface="Arial"/>
              </a:defRPr>
            </a:defPPr>
            <a:lvl1pPr>
              <a:defRPr sz="1200" b="0">
                <a:solidFill>
                  <a:srgbClr val="C3CED8"/>
                </a:solidFill>
                <a:latin typeface="Arial"/>
                <a:ea typeface="Arial"/>
                <a:cs typeface="Arial"/>
              </a:defRPr>
            </a:lvl1pPr>
            <a:lvl2pPr>
              <a:defRPr sz="1200" b="0">
                <a:solidFill>
                  <a:srgbClr val="C3CED8"/>
                </a:solidFill>
                <a:latin typeface="Arial"/>
                <a:ea typeface="Arial"/>
                <a:cs typeface="Arial"/>
              </a:defRPr>
            </a:lvl2pPr>
            <a:lvl3pPr>
              <a:defRPr sz="1200" b="0">
                <a:solidFill>
                  <a:srgbClr val="C3CED8"/>
                </a:solidFill>
                <a:latin typeface="Arial"/>
                <a:ea typeface="Arial"/>
                <a:cs typeface="Arial"/>
              </a:defRPr>
            </a:lvl3pPr>
            <a:lvl4pPr>
              <a:defRPr sz="1200" b="0">
                <a:solidFill>
                  <a:srgbClr val="C3CED8"/>
                </a:solidFill>
                <a:latin typeface="Arial"/>
                <a:ea typeface="Arial"/>
                <a:cs typeface="Arial"/>
              </a:defRPr>
            </a:lvl4pPr>
            <a:lvl5pPr>
              <a:defRPr sz="1200" b="0">
                <a:solidFill>
                  <a:srgbClr val="C3CED8"/>
                </a:solidFill>
                <a:latin typeface="Arial"/>
                <a:ea typeface="Arial"/>
                <a:cs typeface="Arial"/>
              </a:defRPr>
            </a:lvl5pPr>
            <a:lvl6pPr>
              <a:defRPr sz="1200" b="0">
                <a:solidFill>
                  <a:srgbClr val="C3CED8"/>
                </a:solidFill>
                <a:latin typeface="Arial"/>
                <a:ea typeface="Arial"/>
                <a:cs typeface="Arial"/>
              </a:defRPr>
            </a:lvl6pPr>
            <a:lvl7pPr>
              <a:defRPr sz="1200" b="0">
                <a:solidFill>
                  <a:srgbClr val="C3CED8"/>
                </a:solidFill>
                <a:latin typeface="Arial"/>
                <a:ea typeface="Arial"/>
                <a:cs typeface="Arial"/>
              </a:defRPr>
            </a:lvl7pPr>
            <a:lvl8pPr>
              <a:defRPr sz="1200" b="0">
                <a:solidFill>
                  <a:srgbClr val="C3CED8"/>
                </a:solidFill>
                <a:latin typeface="Arial"/>
                <a:ea typeface="Arial"/>
                <a:cs typeface="Arial"/>
              </a:defRPr>
            </a:lvl8pPr>
            <a:lvl9pPr>
              <a:defRPr sz="1200" b="0">
                <a:solidFill>
                  <a:srgbClr val="C3CED8"/>
                </a:solidFill>
                <a:latin typeface="Arial"/>
                <a:ea typeface="Arial"/>
                <a:cs typeface="Arial"/>
              </a:defRPr>
            </a:lvl9pPr>
          </a:lstStyle>
          <a:p>
            <a:pPr>
              <a:defRPr sz="1200" b="0">
                <a:solidFill>
                  <a:srgbClr val="C3CED8"/>
                </a:solidFill>
                <a:latin typeface="Arial"/>
                <a:ea typeface="Arial"/>
                <a:cs typeface="Arial"/>
              </a:defRPr>
            </a:pPr>
            <a:r>
              <a:rPr sz="1200" b="0" dirty="0" err="1">
                <a:solidFill>
                  <a:srgbClr val="C3CED8"/>
                </a:solidFill>
                <a:latin typeface="Arial"/>
                <a:ea typeface="Arial"/>
                <a:cs typeface="Arial"/>
              </a:rPr>
              <a:t>Bổ</a:t>
            </a:r>
            <a:r>
              <a:rPr sz="1200" b="0" dirty="0">
                <a:solidFill>
                  <a:srgbClr val="C3CED8"/>
                </a:solidFill>
                <a:latin typeface="Arial"/>
                <a:ea typeface="Arial"/>
                <a:cs typeface="Arial"/>
              </a:rPr>
              <a:t> sung </a:t>
            </a:r>
            <a:r>
              <a:rPr sz="1200" b="0" dirty="0" err="1">
                <a:solidFill>
                  <a:srgbClr val="C3CED8"/>
                </a:solidFill>
                <a:latin typeface="Arial"/>
                <a:ea typeface="Arial"/>
                <a:cs typeface="Arial"/>
              </a:rPr>
              <a:t>auth</a:t>
            </a:r>
            <a:r>
              <a:rPr lang="en-US" dirty="0" err="1"/>
              <a:t>etications</a:t>
            </a:r>
            <a:r>
              <a:rPr sz="1200" b="0" dirty="0">
                <a:solidFill>
                  <a:srgbClr val="C3CED8"/>
                </a:solidFill>
                <a:latin typeface="Arial"/>
                <a:ea typeface="Arial"/>
                <a:cs typeface="Arial"/>
              </a:rPr>
              <a:t>, migrations, </a:t>
            </a:r>
            <a:r>
              <a:rPr lang="en-US" dirty="0" err="1"/>
              <a:t>etc</a:t>
            </a:r>
            <a:r>
              <a:rPr lang="en-US" dirty="0"/>
              <a:t>…</a:t>
            </a:r>
            <a:endParaRPr sz="1200" b="0" dirty="0">
              <a:solidFill>
                <a:srgbClr val="C3CED8"/>
              </a:solidFill>
              <a:latin typeface="Arial"/>
              <a:ea typeface="Arial"/>
              <a:cs typeface="Arial"/>
            </a:endParaRPr>
          </a:p>
        </p:txBody>
      </p:sp>
      <p:sp>
        <p:nvSpPr>
          <p:cNvPr id="13" name="Rectangle 12">
            <a:extLst>
              <a:ext uri="{FF2B5EF4-FFF2-40B4-BE49-F238E27FC236}">
                <a16:creationId xmlns:a16="http://schemas.microsoft.com/office/drawing/2014/main" id="{CBC3AE0F-9AFB-4B88-8006-1300B56A05AC}"/>
              </a:ext>
            </a:extLst>
          </p:cNvPr>
          <p:cNvSpPr>
            <a:spLocks noGrp="1"/>
          </p:cNvSpPr>
          <p:nvPr/>
        </p:nvSpPr>
        <p:spPr>
          <a:xfrm>
            <a:off x="742950" y="5905500"/>
            <a:ext cx="8001000" cy="266700"/>
          </a:xfrm>
          <a:prstGeom prst="rect">
            <a:avLst/>
          </a:prstGeom>
          <a:noFill/>
          <a:ln w="0">
            <a:noFill/>
            <a:prstDash val="solid"/>
          </a:ln>
        </p:spPr>
        <p:txBody>
          <a:bodyPr lIns="0" tIns="0" rIns="0" bIns="0"/>
          <a:lstStyle>
            <a:defPPr>
              <a:defRPr sz="1125" b="0">
                <a:solidFill>
                  <a:srgbClr val="91A2B1"/>
                </a:solidFill>
                <a:latin typeface="Arial"/>
                <a:ea typeface="Arial"/>
                <a:cs typeface="Arial"/>
              </a:defRPr>
            </a:defPPr>
            <a:lvl1pPr>
              <a:defRPr sz="1125" b="0">
                <a:solidFill>
                  <a:srgbClr val="91A2B1"/>
                </a:solidFill>
                <a:latin typeface="Arial"/>
                <a:ea typeface="Arial"/>
                <a:cs typeface="Arial"/>
              </a:defRPr>
            </a:lvl1pPr>
            <a:lvl2pPr>
              <a:defRPr sz="1125" b="0">
                <a:solidFill>
                  <a:srgbClr val="91A2B1"/>
                </a:solidFill>
                <a:latin typeface="Arial"/>
                <a:ea typeface="Arial"/>
                <a:cs typeface="Arial"/>
              </a:defRPr>
            </a:lvl2pPr>
            <a:lvl3pPr>
              <a:defRPr sz="1125" b="0">
                <a:solidFill>
                  <a:srgbClr val="91A2B1"/>
                </a:solidFill>
                <a:latin typeface="Arial"/>
                <a:ea typeface="Arial"/>
                <a:cs typeface="Arial"/>
              </a:defRPr>
            </a:lvl3pPr>
            <a:lvl4pPr>
              <a:defRPr sz="1125" b="0">
                <a:solidFill>
                  <a:srgbClr val="91A2B1"/>
                </a:solidFill>
                <a:latin typeface="Arial"/>
                <a:ea typeface="Arial"/>
                <a:cs typeface="Arial"/>
              </a:defRPr>
            </a:lvl4pPr>
            <a:lvl5pPr>
              <a:defRPr sz="1125" b="0">
                <a:solidFill>
                  <a:srgbClr val="91A2B1"/>
                </a:solidFill>
                <a:latin typeface="Arial"/>
                <a:ea typeface="Arial"/>
                <a:cs typeface="Arial"/>
              </a:defRPr>
            </a:lvl5pPr>
            <a:lvl6pPr>
              <a:defRPr sz="1125" b="0">
                <a:solidFill>
                  <a:srgbClr val="91A2B1"/>
                </a:solidFill>
                <a:latin typeface="Arial"/>
                <a:ea typeface="Arial"/>
                <a:cs typeface="Arial"/>
              </a:defRPr>
            </a:lvl6pPr>
            <a:lvl7pPr>
              <a:defRPr sz="1125" b="0">
                <a:solidFill>
                  <a:srgbClr val="91A2B1"/>
                </a:solidFill>
                <a:latin typeface="Arial"/>
                <a:ea typeface="Arial"/>
                <a:cs typeface="Arial"/>
              </a:defRPr>
            </a:lvl7pPr>
            <a:lvl8pPr>
              <a:defRPr sz="1125" b="0">
                <a:solidFill>
                  <a:srgbClr val="91A2B1"/>
                </a:solidFill>
                <a:latin typeface="Arial"/>
                <a:ea typeface="Arial"/>
                <a:cs typeface="Arial"/>
              </a:defRPr>
            </a:lvl8pPr>
            <a:lvl9pPr>
              <a:defRPr sz="1125" b="0">
                <a:solidFill>
                  <a:srgbClr val="91A2B1"/>
                </a:solidFill>
                <a:latin typeface="Arial"/>
                <a:ea typeface="Arial"/>
                <a:cs typeface="Arial"/>
              </a:defRPr>
            </a:lvl9pPr>
          </a:lstStyle>
          <a:p>
            <a:pPr>
              <a:defRPr sz="1125" b="0">
                <a:solidFill>
                  <a:srgbClr val="91A2B1"/>
                </a:solidFill>
                <a:latin typeface="Arial"/>
                <a:ea typeface="Arial"/>
                <a:cs typeface="Arial"/>
              </a:defRPr>
            </a:pPr>
            <a:r>
              <a:rPr sz="1125" b="0" dirty="0">
                <a:solidFill>
                  <a:srgbClr val="91A2B1"/>
                </a:solidFill>
                <a:latin typeface="Arial"/>
                <a:ea typeface="Arial"/>
                <a:cs typeface="Arial"/>
              </a:rPr>
              <a:t>Demo local. </a:t>
            </a:r>
            <a:r>
              <a:rPr sz="1125" b="0" dirty="0" err="1">
                <a:solidFill>
                  <a:srgbClr val="91A2B1"/>
                </a:solidFill>
                <a:latin typeface="Arial"/>
                <a:ea typeface="Arial"/>
                <a:cs typeface="Arial"/>
              </a:rPr>
              <a:t>Không</a:t>
            </a:r>
            <a:r>
              <a:rPr sz="1125" b="0" dirty="0">
                <a:solidFill>
                  <a:srgbClr val="91A2B1"/>
                </a:solidFill>
                <a:latin typeface="Arial"/>
                <a:ea typeface="Arial"/>
                <a:cs typeface="Arial"/>
              </a:rPr>
              <a:t> </a:t>
            </a:r>
            <a:r>
              <a:rPr sz="1125" b="0" dirty="0" err="1">
                <a:solidFill>
                  <a:srgbClr val="91A2B1"/>
                </a:solidFill>
                <a:latin typeface="Arial"/>
                <a:ea typeface="Arial"/>
                <a:cs typeface="Arial"/>
              </a:rPr>
              <a:t>thanh</a:t>
            </a:r>
            <a:r>
              <a:rPr sz="1125" b="0" dirty="0">
                <a:solidFill>
                  <a:srgbClr val="91A2B1"/>
                </a:solidFill>
                <a:latin typeface="Arial"/>
                <a:ea typeface="Arial"/>
                <a:cs typeface="Arial"/>
              </a:rPr>
              <a:t> </a:t>
            </a:r>
            <a:r>
              <a:rPr sz="1125" b="0" dirty="0" err="1">
                <a:solidFill>
                  <a:srgbClr val="91A2B1"/>
                </a:solidFill>
                <a:latin typeface="Arial"/>
                <a:ea typeface="Arial"/>
                <a:cs typeface="Arial"/>
              </a:rPr>
              <a:t>toán</a:t>
            </a:r>
            <a:r>
              <a:rPr sz="1125" b="0" dirty="0">
                <a:solidFill>
                  <a:srgbClr val="91A2B1"/>
                </a:solidFill>
                <a:latin typeface="Arial"/>
                <a:ea typeface="Arial"/>
                <a:cs typeface="Arial"/>
              </a:rPr>
              <a:t> </a:t>
            </a:r>
            <a:r>
              <a:rPr sz="1125" b="0" dirty="0" err="1">
                <a:solidFill>
                  <a:srgbClr val="91A2B1"/>
                </a:solidFill>
                <a:latin typeface="Arial"/>
                <a:ea typeface="Arial"/>
                <a:cs typeface="Arial"/>
              </a:rPr>
              <a:t>thật</a:t>
            </a:r>
            <a:r>
              <a:rPr sz="1125" b="0" dirty="0">
                <a:solidFill>
                  <a:srgbClr val="91A2B1"/>
                </a:solidFill>
                <a:latin typeface="Arial"/>
                <a:ea typeface="Arial"/>
                <a:cs typeface="Arial"/>
              </a:rPr>
              <a:t>, </a:t>
            </a:r>
            <a:r>
              <a:rPr sz="1125" b="0" dirty="0" err="1">
                <a:solidFill>
                  <a:srgbClr val="91A2B1"/>
                </a:solidFill>
                <a:latin typeface="Arial"/>
                <a:ea typeface="Arial"/>
                <a:cs typeface="Arial"/>
              </a:rPr>
              <a:t>không</a:t>
            </a:r>
            <a:r>
              <a:rPr sz="1125" b="0" dirty="0">
                <a:solidFill>
                  <a:srgbClr val="91A2B1"/>
                </a:solidFill>
                <a:latin typeface="Arial"/>
                <a:ea typeface="Arial"/>
                <a:cs typeface="Arial"/>
              </a:rPr>
              <a:t> </a:t>
            </a:r>
            <a:r>
              <a:rPr sz="1125" b="0" dirty="0" err="1">
                <a:solidFill>
                  <a:srgbClr val="91A2B1"/>
                </a:solidFill>
                <a:latin typeface="Arial"/>
                <a:ea typeface="Arial"/>
                <a:cs typeface="Arial"/>
              </a:rPr>
              <a:t>trừ</a:t>
            </a:r>
            <a:r>
              <a:rPr sz="1125" b="0" dirty="0">
                <a:solidFill>
                  <a:srgbClr val="91A2B1"/>
                </a:solidFill>
                <a:latin typeface="Arial"/>
                <a:ea typeface="Arial"/>
                <a:cs typeface="Arial"/>
              </a:rPr>
              <a:t> </a:t>
            </a:r>
            <a:r>
              <a:rPr sz="1125" b="0" dirty="0" err="1">
                <a:solidFill>
                  <a:srgbClr val="91A2B1"/>
                </a:solidFill>
                <a:latin typeface="Arial"/>
                <a:ea typeface="Arial"/>
                <a:cs typeface="Arial"/>
              </a:rPr>
              <a:t>tồn</a:t>
            </a:r>
            <a:r>
              <a:rPr sz="1125" b="0" dirty="0">
                <a:solidFill>
                  <a:srgbClr val="91A2B1"/>
                </a:solidFill>
                <a:latin typeface="Arial"/>
                <a:ea typeface="Arial"/>
                <a:cs typeface="Arial"/>
              </a:rPr>
              <a:t> </a:t>
            </a:r>
            <a:r>
              <a:rPr sz="1125" b="0" dirty="0" err="1">
                <a:solidFill>
                  <a:srgbClr val="91A2B1"/>
                </a:solidFill>
                <a:latin typeface="Arial"/>
                <a:ea typeface="Arial"/>
                <a:cs typeface="Arial"/>
              </a:rPr>
              <a:t>kho</a:t>
            </a:r>
            <a:r>
              <a:rPr sz="1125" b="0" dirty="0">
                <a:solidFill>
                  <a:srgbClr val="91A2B1"/>
                </a:solidFill>
                <a:latin typeface="Arial"/>
                <a:ea typeface="Arial"/>
                <a:cs typeface="Arial"/>
              </a:rPr>
              <a:t>.</a:t>
            </a:r>
          </a:p>
        </p:txBody>
      </p:sp>
      <p:sp>
        <p:nvSpPr>
          <p:cNvPr id="14" name="Rectangle 13">
            <a:extLst>
              <a:ext uri="{FF2B5EF4-FFF2-40B4-BE49-F238E27FC236}">
                <a16:creationId xmlns:a16="http://schemas.microsoft.com/office/drawing/2014/main" id="{5441D856-CCD1-452D-8511-92BBBCD89DCF}"/>
              </a:ext>
            </a:extLst>
          </p:cNvPr>
          <p:cNvSpPr>
            <a:spLocks noGrp="1"/>
          </p:cNvSpPr>
          <p:nvPr/>
        </p:nvSpPr>
        <p:spPr>
          <a:xfrm>
            <a:off x="10001250" y="6191250"/>
            <a:ext cx="1428750" cy="190500"/>
          </a:xfrm>
          <a:prstGeom prst="rect">
            <a:avLst/>
          </a:prstGeom>
          <a:noFill/>
          <a:ln w="0">
            <a:noFill/>
            <a:prstDash val="solid"/>
          </a:ln>
        </p:spPr>
        <p:txBody>
          <a:bodyPr lIns="0" tIns="0" rIns="0" bIns="0"/>
          <a:lstStyle>
            <a:defPPr>
              <a:defRPr sz="975" b="1">
                <a:solidFill>
                  <a:srgbClr val="E7B75E"/>
                </a:solidFill>
                <a:latin typeface="Arial"/>
                <a:ea typeface="Arial"/>
                <a:cs typeface="Arial"/>
              </a:defRPr>
            </a:defPPr>
            <a:lvl1pPr>
              <a:defRPr sz="975" b="1">
                <a:solidFill>
                  <a:srgbClr val="E7B75E"/>
                </a:solidFill>
                <a:latin typeface="Arial"/>
                <a:ea typeface="Arial"/>
                <a:cs typeface="Arial"/>
              </a:defRPr>
            </a:lvl1pPr>
            <a:lvl2pPr>
              <a:defRPr sz="975" b="1">
                <a:solidFill>
                  <a:srgbClr val="E7B75E"/>
                </a:solidFill>
                <a:latin typeface="Arial"/>
                <a:ea typeface="Arial"/>
                <a:cs typeface="Arial"/>
              </a:defRPr>
            </a:lvl2pPr>
            <a:lvl3pPr>
              <a:defRPr sz="975" b="1">
                <a:solidFill>
                  <a:srgbClr val="E7B75E"/>
                </a:solidFill>
                <a:latin typeface="Arial"/>
                <a:ea typeface="Arial"/>
                <a:cs typeface="Arial"/>
              </a:defRPr>
            </a:lvl3pPr>
            <a:lvl4pPr>
              <a:defRPr sz="975" b="1">
                <a:solidFill>
                  <a:srgbClr val="E7B75E"/>
                </a:solidFill>
                <a:latin typeface="Arial"/>
                <a:ea typeface="Arial"/>
                <a:cs typeface="Arial"/>
              </a:defRPr>
            </a:lvl4pPr>
            <a:lvl5pPr>
              <a:defRPr sz="975" b="1">
                <a:solidFill>
                  <a:srgbClr val="E7B75E"/>
                </a:solidFill>
                <a:latin typeface="Arial"/>
                <a:ea typeface="Arial"/>
                <a:cs typeface="Arial"/>
              </a:defRPr>
            </a:lvl5pPr>
            <a:lvl6pPr>
              <a:defRPr sz="975" b="1">
                <a:solidFill>
                  <a:srgbClr val="E7B75E"/>
                </a:solidFill>
                <a:latin typeface="Arial"/>
                <a:ea typeface="Arial"/>
                <a:cs typeface="Arial"/>
              </a:defRPr>
            </a:lvl6pPr>
            <a:lvl7pPr>
              <a:defRPr sz="975" b="1">
                <a:solidFill>
                  <a:srgbClr val="E7B75E"/>
                </a:solidFill>
                <a:latin typeface="Arial"/>
                <a:ea typeface="Arial"/>
                <a:cs typeface="Arial"/>
              </a:defRPr>
            </a:lvl7pPr>
            <a:lvl8pPr>
              <a:defRPr sz="975" b="1">
                <a:solidFill>
                  <a:srgbClr val="E7B75E"/>
                </a:solidFill>
                <a:latin typeface="Arial"/>
                <a:ea typeface="Arial"/>
                <a:cs typeface="Arial"/>
              </a:defRPr>
            </a:lvl8pPr>
            <a:lvl9pPr>
              <a:defRPr sz="975" b="1">
                <a:solidFill>
                  <a:srgbClr val="E7B75E"/>
                </a:solidFill>
                <a:latin typeface="Arial"/>
                <a:ea typeface="Arial"/>
                <a:cs typeface="Arial"/>
              </a:defRPr>
            </a:lvl9pPr>
          </a:lstStyle>
          <a:p>
            <a:pPr>
              <a:defRPr sz="975" b="1">
                <a:solidFill>
                  <a:srgbClr val="E7B75E"/>
                </a:solidFill>
                <a:latin typeface="Arial"/>
                <a:ea typeface="Arial"/>
                <a:cs typeface="Arial"/>
              </a:defRPr>
            </a:pPr>
            <a:r>
              <a:rPr sz="1800" b="1" dirty="0">
                <a:solidFill>
                  <a:srgbClr val="E7B75E"/>
                </a:solidFill>
                <a:latin typeface="Arial"/>
                <a:ea typeface="Arial"/>
                <a:cs typeface="Arial"/>
              </a:rPr>
              <a:t>THANK YOU</a:t>
            </a:r>
          </a:p>
        </p:txBody>
      </p:sp>
      <p:sp>
        <p:nvSpPr>
          <p:cNvPr id="19" name="TextBox 18">
            <a:extLst>
              <a:ext uri="{FF2B5EF4-FFF2-40B4-BE49-F238E27FC236}">
                <a16:creationId xmlns:a16="http://schemas.microsoft.com/office/drawing/2014/main" id="{00424D47-F695-0BDE-E20A-FCD12D7BB29D}"/>
              </a:ext>
            </a:extLst>
          </p:cNvPr>
          <p:cNvSpPr txBox="1"/>
          <p:nvPr/>
        </p:nvSpPr>
        <p:spPr>
          <a:xfrm>
            <a:off x="619432" y="3068419"/>
            <a:ext cx="2349909" cy="338554"/>
          </a:xfrm>
          <a:prstGeom prst="rect">
            <a:avLst/>
          </a:prstGeom>
          <a:noFill/>
        </p:spPr>
        <p:txBody>
          <a:bodyPr wrap="square" rtlCol="0">
            <a:spAutoFit/>
          </a:bodyPr>
          <a:lstStyle/>
          <a:p>
            <a:r>
              <a:rPr lang="en-US" sz="1600" b="1" dirty="0">
                <a:solidFill>
                  <a:srgbClr val="FFC000"/>
                </a:solidFill>
              </a:rPr>
              <a:t>TODO</a:t>
            </a:r>
          </a:p>
        </p:txBody>
      </p:sp>
    </p:spTree>
    <p:extLst>
      <p:ext uri="{BB962C8B-B14F-4D97-AF65-F5344CB8AC3E}">
        <p14:creationId xmlns:p14="http://schemas.microsoft.com/office/powerpoint/2010/main" val="8084556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1555</Words>
  <Application>Microsoft Office PowerPoint</Application>
  <DocSecurity>0</DocSecurity>
  <PresentationFormat>Widescreen</PresentationFormat>
  <Paragraphs>159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Huy Vu</cp:lastModifiedBy>
  <cp:revision>3</cp:revision>
  <dcterms:created xsi:type="dcterms:W3CDTF">2026-10-21T12:50:23Z</dcterms:created>
  <dcterms:modified xsi:type="dcterms:W3CDTF">2026-10-22T03:57:04Z</dcterms:modified>
</cp:coreProperties>
</file>